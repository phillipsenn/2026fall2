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heme/theme2.xml" ContentType="application/vnd.openxmlformats-officedocument.theme+xml"/>
  <Override PartName="/ppt/tags/tag3.xml" ContentType="application/vnd.openxmlformats-officedocument.presentationml.tags+xml"/>
  <Override PartName="/ppt/notesSlides/notesSlide1.xml" ContentType="application/vnd.openxmlformats-officedocument.presentationml.notesSlide+xml"/>
  <Override PartName="/ppt/tags/tag4.xml" ContentType="application/vnd.openxmlformats-officedocument.presentationml.tags+xml"/>
  <Override PartName="/ppt/notesSlides/notesSlide2.xml" ContentType="application/vnd.openxmlformats-officedocument.presentationml.notesSlide+xml"/>
  <Override PartName="/ppt/tags/tag5.xml" ContentType="application/vnd.openxmlformats-officedocument.presentationml.tags+xml"/>
  <Override PartName="/ppt/notesSlides/notesSlide3.xml" ContentType="application/vnd.openxmlformats-officedocument.presentationml.notesSlide+xml"/>
  <Override PartName="/ppt/tags/tag6.xml" ContentType="application/vnd.openxmlformats-officedocument.presentationml.tags+xml"/>
  <Override PartName="/ppt/notesSlides/notesSlide4.xml" ContentType="application/vnd.openxmlformats-officedocument.presentationml.notesSlide+xml"/>
  <Override PartName="/ppt/tags/tag7.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10.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11.xml" ContentType="application/vnd.openxmlformats-officedocument.presentationml.tags+xml"/>
  <Override PartName="/ppt/notesSlides/notesSlide12.xml" ContentType="application/vnd.openxmlformats-officedocument.presentationml.notesSlide+xml"/>
  <Override PartName="/ppt/tags/tag12.xml" ContentType="application/vnd.openxmlformats-officedocument.presentationml.tags+xml"/>
  <Override PartName="/ppt/notesSlides/notesSlide13.xml" ContentType="application/vnd.openxmlformats-officedocument.presentationml.notesSlide+xml"/>
  <Override PartName="/ppt/tags/tag13.xml" ContentType="application/vnd.openxmlformats-officedocument.presentationml.tags+xml"/>
  <Override PartName="/ppt/notesSlides/notesSlide14.xml" ContentType="application/vnd.openxmlformats-officedocument.presentationml.notesSlide+xml"/>
  <Override PartName="/ppt/tags/tag14.xml" ContentType="application/vnd.openxmlformats-officedocument.presentationml.tags+xml"/>
  <Override PartName="/ppt/notesSlides/notesSlide15.xml" ContentType="application/vnd.openxmlformats-officedocument.presentationml.notesSlide+xml"/>
  <Override PartName="/ppt/tags/tag15.xml" ContentType="application/vnd.openxmlformats-officedocument.presentationml.tags+xml"/>
  <Override PartName="/ppt/notesSlides/notesSlide16.xml" ContentType="application/vnd.openxmlformats-officedocument.presentationml.notesSlide+xml"/>
  <Override PartName="/ppt/tags/tag16.xml" ContentType="application/vnd.openxmlformats-officedocument.presentationml.tags+xml"/>
  <Override PartName="/ppt/notesSlides/notesSlide17.xml" ContentType="application/vnd.openxmlformats-officedocument.presentationml.notesSlide+xml"/>
  <Override PartName="/ppt/tags/tag17.xml" ContentType="application/vnd.openxmlformats-officedocument.presentationml.tags+xml"/>
  <Override PartName="/ppt/notesSlides/notesSlide18.xml" ContentType="application/vnd.openxmlformats-officedocument.presentationml.notesSlide+xml"/>
  <Override PartName="/ppt/tags/tag18.xml" ContentType="application/vnd.openxmlformats-officedocument.presentationml.tags+xml"/>
  <Override PartName="/ppt/notesSlides/notesSlide19.xml" ContentType="application/vnd.openxmlformats-officedocument.presentationml.notesSlide+xml"/>
  <Override PartName="/ppt/tags/tag19.xml" ContentType="application/vnd.openxmlformats-officedocument.presentationml.tags+xml"/>
  <Override PartName="/ppt/notesSlides/notesSlide20.xml" ContentType="application/vnd.openxmlformats-officedocument.presentationml.notesSlide+xml"/>
  <Override PartName="/ppt/tags/tag20.xml" ContentType="application/vnd.openxmlformats-officedocument.presentationml.tags+xml"/>
  <Override PartName="/ppt/notesSlides/notesSlide21.xml" ContentType="application/vnd.openxmlformats-officedocument.presentationml.notesSlide+xml"/>
  <Override PartName="/ppt/tags/tag21.xml" ContentType="application/vnd.openxmlformats-officedocument.presentationml.tags+xml"/>
  <Override PartName="/ppt/notesSlides/notesSlide2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3" r:id="rId8"/>
  </p:sldMasterIdLst>
  <p:notesMasterIdLst>
    <p:notesMasterId r:id="rId33"/>
  </p:notesMasterIdLst>
  <p:sldIdLst>
    <p:sldId id="367" r:id="rId9"/>
    <p:sldId id="403" r:id="rId10"/>
    <p:sldId id="270" r:id="rId11"/>
    <p:sldId id="392" r:id="rId12"/>
    <p:sldId id="364" r:id="rId13"/>
    <p:sldId id="393" r:id="rId14"/>
    <p:sldId id="395" r:id="rId15"/>
    <p:sldId id="382" r:id="rId16"/>
    <p:sldId id="394" r:id="rId17"/>
    <p:sldId id="388" r:id="rId18"/>
    <p:sldId id="383" r:id="rId19"/>
    <p:sldId id="397" r:id="rId20"/>
    <p:sldId id="396" r:id="rId21"/>
    <p:sldId id="365" r:id="rId22"/>
    <p:sldId id="398" r:id="rId23"/>
    <p:sldId id="402" r:id="rId24"/>
    <p:sldId id="391" r:id="rId25"/>
    <p:sldId id="399" r:id="rId26"/>
    <p:sldId id="368" r:id="rId27"/>
    <p:sldId id="400" r:id="rId28"/>
    <p:sldId id="401" r:id="rId29"/>
    <p:sldId id="353" r:id="rId30"/>
    <p:sldId id="286" r:id="rId31"/>
    <p:sldId id="389"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Your Name" initials="CH" lastIdx="1" clrIdx="0">
    <p:extLst>
      <p:ext uri="{19B8F6BF-5375-455C-9EA6-DF929625EA0E}">
        <p15:presenceInfo xmlns:p15="http://schemas.microsoft.com/office/powerpoint/2012/main" userId="Your Name" providerId="None"/>
      </p:ext>
    </p:extLst>
  </p:cmAuthor>
  <p:cmAuthor id="2" name="Pope, Emily D" initials="PED" lastIdx="21" clrIdx="1">
    <p:extLst>
      <p:ext uri="{19B8F6BF-5375-455C-9EA6-DF929625EA0E}">
        <p15:presenceInfo xmlns:p15="http://schemas.microsoft.com/office/powerpoint/2012/main" userId="S-1-5-21-4027829005-1107895287-290554039-212238" providerId="AD"/>
      </p:ext>
    </p:extLst>
  </p:cmAuthor>
  <p:cmAuthor id="3" name="Jill West" initials="JW" lastIdx="12" clrIdx="2">
    <p:extLst>
      <p:ext uri="{19B8F6BF-5375-455C-9EA6-DF929625EA0E}">
        <p15:presenceInfo xmlns:p15="http://schemas.microsoft.com/office/powerpoint/2012/main" userId="Jill West" providerId="None"/>
      </p:ext>
    </p:extLst>
  </p:cmAuthor>
  <p:cmAuthor id="4" name="Jennifer Campbell" initials="JC" lastIdx="22" clrIdx="3">
    <p:extLst>
      <p:ext uri="{19B8F6BF-5375-455C-9EA6-DF929625EA0E}">
        <p15:presenceInfo xmlns:p15="http://schemas.microsoft.com/office/powerpoint/2012/main" userId="9252b8fd17e1143e"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F3F3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548" autoAdjust="0"/>
    <p:restoredTop sz="88133" autoAdjust="0"/>
  </p:normalViewPr>
  <p:slideViewPr>
    <p:cSldViewPr snapToGrid="0">
      <p:cViewPr varScale="1">
        <p:scale>
          <a:sx n="82" d="100"/>
          <a:sy n="82" d="100"/>
        </p:scale>
        <p:origin x="480"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39" Type="http://schemas.microsoft.com/office/2016/11/relationships/changesInfo" Target="changesInfos/changesInfo1.xml"/><Relationship Id="rId21" Type="http://schemas.openxmlformats.org/officeDocument/2006/relationships/slide" Target="slides/slide13.xml"/><Relationship Id="rId34" Type="http://schemas.openxmlformats.org/officeDocument/2006/relationships/commentAuthors" Target="commentAuthors.xml"/><Relationship Id="rId7" Type="http://schemas.openxmlformats.org/officeDocument/2006/relationships/customXml" Target="../customXml/item7.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8.xml"/><Relationship Id="rId20" Type="http://schemas.openxmlformats.org/officeDocument/2006/relationships/slide" Target="slides/slide12.xml"/><Relationship Id="rId29" Type="http://schemas.openxmlformats.org/officeDocument/2006/relationships/slide" Target="slides/slide21.xml"/><Relationship Id="rId1" Type="http://schemas.openxmlformats.org/officeDocument/2006/relationships/customXml" Target="../customXml/item1.xml"/><Relationship Id="rId6" Type="http://schemas.openxmlformats.org/officeDocument/2006/relationships/customXml" Target="../customXml/item6.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slide" Target="slides/slide24.xml"/><Relationship Id="rId37" Type="http://schemas.openxmlformats.org/officeDocument/2006/relationships/theme" Target="theme/theme1.xml"/><Relationship Id="rId5" Type="http://schemas.openxmlformats.org/officeDocument/2006/relationships/customXml" Target="../customXml/item5.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viewProps" Target="viewProps.xml"/><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slide" Target="slides/slide23.xml"/><Relationship Id="rId4" Type="http://schemas.openxmlformats.org/officeDocument/2006/relationships/customXml" Target="../customXml/item4.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presProps" Target="presProps.xml"/><Relationship Id="rId8" Type="http://schemas.openxmlformats.org/officeDocument/2006/relationships/slideMaster" Target="slideMasters/slideMaster1.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keandJill West" userId="0caeac936585bbb7" providerId="LiveId" clId="{A26C2226-DA97-439C-844C-276312025561}"/>
    <pc:docChg chg="undo custSel modSld">
      <pc:chgData name="MikeandJill West" userId="0caeac936585bbb7" providerId="LiveId" clId="{A26C2226-DA97-439C-844C-276312025561}" dt="2020-02-17T15:25:52.145" v="156" actId="113"/>
      <pc:docMkLst>
        <pc:docMk/>
      </pc:docMkLst>
      <pc:sldChg chg="modSp">
        <pc:chgData name="MikeandJill West" userId="0caeac936585bbb7" providerId="LiveId" clId="{A26C2226-DA97-439C-844C-276312025561}" dt="2020-02-17T15:25:52.145" v="156" actId="113"/>
        <pc:sldMkLst>
          <pc:docMk/>
          <pc:sldMk cId="3756210187" sldId="367"/>
        </pc:sldMkLst>
        <pc:spChg chg="mod">
          <ac:chgData name="MikeandJill West" userId="0caeac936585bbb7" providerId="LiveId" clId="{A26C2226-DA97-439C-844C-276312025561}" dt="2020-02-17T15:25:52.145" v="156" actId="113"/>
          <ac:spMkLst>
            <pc:docMk/>
            <pc:sldMk cId="3756210187" sldId="367"/>
            <ac:spMk id="3" creationId="{C3D3574A-55C6-4C6B-B364-D649DC6158EE}"/>
          </ac:spMkLst>
        </pc:spChg>
      </pc:sldChg>
      <pc:sldChg chg="modSp">
        <pc:chgData name="MikeandJill West" userId="0caeac936585bbb7" providerId="LiveId" clId="{A26C2226-DA97-439C-844C-276312025561}" dt="2020-02-16T19:54:53.708" v="143" actId="1037"/>
        <pc:sldMkLst>
          <pc:docMk/>
          <pc:sldMk cId="2960677519" sldId="391"/>
        </pc:sldMkLst>
        <pc:spChg chg="mod">
          <ac:chgData name="MikeandJill West" userId="0caeac936585bbb7" providerId="LiveId" clId="{A26C2226-DA97-439C-844C-276312025561}" dt="2020-02-16T19:54:53.708" v="143" actId="1037"/>
          <ac:spMkLst>
            <pc:docMk/>
            <pc:sldMk cId="2960677519" sldId="391"/>
            <ac:spMk id="11" creationId="{317DA413-FB32-4189-BC6F-64AC8A806EE7}"/>
          </ac:spMkLst>
        </pc:spChg>
      </pc:sldChg>
      <pc:sldChg chg="delSp">
        <pc:chgData name="MikeandJill West" userId="0caeac936585bbb7" providerId="LiveId" clId="{A26C2226-DA97-439C-844C-276312025561}" dt="2020-02-16T19:51:53.340" v="0" actId="478"/>
        <pc:sldMkLst>
          <pc:docMk/>
          <pc:sldMk cId="2451787994" sldId="393"/>
        </pc:sldMkLst>
        <pc:spChg chg="del">
          <ac:chgData name="MikeandJill West" userId="0caeac936585bbb7" providerId="LiveId" clId="{A26C2226-DA97-439C-844C-276312025561}" dt="2020-02-16T19:51:53.340" v="0" actId="478"/>
          <ac:spMkLst>
            <pc:docMk/>
            <pc:sldMk cId="2451787994" sldId="393"/>
            <ac:spMk id="7" creationId="{540CD6AC-ABBD-491F-AD95-FFB7345B1F3E}"/>
          </ac:spMkLst>
        </pc:spChg>
      </pc:sldChg>
      <pc:sldChg chg="delSp">
        <pc:chgData name="MikeandJill West" userId="0caeac936585bbb7" providerId="LiveId" clId="{A26C2226-DA97-439C-844C-276312025561}" dt="2020-02-16T19:52:05.725" v="2" actId="478"/>
        <pc:sldMkLst>
          <pc:docMk/>
          <pc:sldMk cId="1201419092" sldId="394"/>
        </pc:sldMkLst>
        <pc:spChg chg="del">
          <ac:chgData name="MikeandJill West" userId="0caeac936585bbb7" providerId="LiveId" clId="{A26C2226-DA97-439C-844C-276312025561}" dt="2020-02-16T19:52:05.725" v="2" actId="478"/>
          <ac:spMkLst>
            <pc:docMk/>
            <pc:sldMk cId="1201419092" sldId="394"/>
            <ac:spMk id="9" creationId="{997EBF39-A7CB-4598-850E-791BEC8AFADC}"/>
          </ac:spMkLst>
        </pc:spChg>
      </pc:sldChg>
      <pc:sldChg chg="delSp">
        <pc:chgData name="MikeandJill West" userId="0caeac936585bbb7" providerId="LiveId" clId="{A26C2226-DA97-439C-844C-276312025561}" dt="2020-02-16T19:51:58.112" v="1" actId="478"/>
        <pc:sldMkLst>
          <pc:docMk/>
          <pc:sldMk cId="2485446879" sldId="395"/>
        </pc:sldMkLst>
        <pc:spChg chg="del">
          <ac:chgData name="MikeandJill West" userId="0caeac936585bbb7" providerId="LiveId" clId="{A26C2226-DA97-439C-844C-276312025561}" dt="2020-02-16T19:51:58.112" v="1" actId="478"/>
          <ac:spMkLst>
            <pc:docMk/>
            <pc:sldMk cId="2485446879" sldId="395"/>
            <ac:spMk id="8" creationId="{1366003A-7757-4D3D-BDA3-51E03712B9A3}"/>
          </ac:spMkLst>
        </pc:spChg>
      </pc:sldChg>
      <pc:sldChg chg="modSp">
        <pc:chgData name="MikeandJill West" userId="0caeac936585bbb7" providerId="LiveId" clId="{A26C2226-DA97-439C-844C-276312025561}" dt="2020-02-16T19:52:36.877" v="20" actId="1038"/>
        <pc:sldMkLst>
          <pc:docMk/>
          <pc:sldMk cId="1963126007" sldId="396"/>
        </pc:sldMkLst>
        <pc:spChg chg="mod">
          <ac:chgData name="MikeandJill West" userId="0caeac936585bbb7" providerId="LiveId" clId="{A26C2226-DA97-439C-844C-276312025561}" dt="2020-02-16T19:52:29.577" v="14" actId="1076"/>
          <ac:spMkLst>
            <pc:docMk/>
            <pc:sldMk cId="1963126007" sldId="396"/>
            <ac:spMk id="2" creationId="{66A936FE-02F7-4FA8-B33F-3C658A6564BE}"/>
          </ac:spMkLst>
        </pc:spChg>
        <pc:spChg chg="mod">
          <ac:chgData name="MikeandJill West" userId="0caeac936585bbb7" providerId="LiveId" clId="{A26C2226-DA97-439C-844C-276312025561}" dt="2020-02-16T19:52:36.877" v="20" actId="1038"/>
          <ac:spMkLst>
            <pc:docMk/>
            <pc:sldMk cId="1963126007" sldId="396"/>
            <ac:spMk id="9" creationId="{663374D5-5D60-4D3D-B1C2-AC8E6888A74C}"/>
          </ac:spMkLst>
        </pc:spChg>
        <pc:spChg chg="mod">
          <ac:chgData name="MikeandJill West" userId="0caeac936585bbb7" providerId="LiveId" clId="{A26C2226-DA97-439C-844C-276312025561}" dt="2020-02-16T19:52:26.114" v="12" actId="1037"/>
          <ac:spMkLst>
            <pc:docMk/>
            <pc:sldMk cId="1963126007" sldId="396"/>
            <ac:spMk id="10" creationId="{8AC192FB-7C2D-4A98-BCB7-7DA6491C420A}"/>
          </ac:spMkLst>
        </pc:spChg>
        <pc:spChg chg="mod">
          <ac:chgData name="MikeandJill West" userId="0caeac936585bbb7" providerId="LiveId" clId="{A26C2226-DA97-439C-844C-276312025561}" dt="2020-02-16T19:52:26.114" v="12" actId="1037"/>
          <ac:spMkLst>
            <pc:docMk/>
            <pc:sldMk cId="1963126007" sldId="396"/>
            <ac:spMk id="11" creationId="{AF288534-C431-4F0F-9591-7128D4B1EB8F}"/>
          </ac:spMkLst>
        </pc:spChg>
      </pc:sldChg>
      <pc:sldChg chg="delSp">
        <pc:chgData name="MikeandJill West" userId="0caeac936585bbb7" providerId="LiveId" clId="{A26C2226-DA97-439C-844C-276312025561}" dt="2020-02-16T19:52:13.637" v="3" actId="478"/>
        <pc:sldMkLst>
          <pc:docMk/>
          <pc:sldMk cId="1747962033" sldId="397"/>
        </pc:sldMkLst>
        <pc:spChg chg="del">
          <ac:chgData name="MikeandJill West" userId="0caeac936585bbb7" providerId="LiveId" clId="{A26C2226-DA97-439C-844C-276312025561}" dt="2020-02-16T19:52:13.637" v="3" actId="478"/>
          <ac:spMkLst>
            <pc:docMk/>
            <pc:sldMk cId="1747962033" sldId="397"/>
            <ac:spMk id="7" creationId="{3AD2F267-C2AB-45DE-B293-51FD49409D5E}"/>
          </ac:spMkLst>
        </pc:spChg>
      </pc:sldChg>
      <pc:sldChg chg="modSp">
        <pc:chgData name="MikeandJill West" userId="0caeac936585bbb7" providerId="LiveId" clId="{A26C2226-DA97-439C-844C-276312025561}" dt="2020-02-16T19:54:41.893" v="140" actId="1036"/>
        <pc:sldMkLst>
          <pc:docMk/>
          <pc:sldMk cId="4028230352" sldId="398"/>
        </pc:sldMkLst>
        <pc:spChg chg="mod">
          <ac:chgData name="MikeandJill West" userId="0caeac936585bbb7" providerId="LiveId" clId="{A26C2226-DA97-439C-844C-276312025561}" dt="2020-02-16T19:54:41.893" v="140" actId="1036"/>
          <ac:spMkLst>
            <pc:docMk/>
            <pc:sldMk cId="4028230352" sldId="398"/>
            <ac:spMk id="2" creationId="{8E61185D-0285-4C9D-8544-02C370D1F1FF}"/>
          </ac:spMkLst>
        </pc:spChg>
        <pc:spChg chg="mod">
          <ac:chgData name="MikeandJill West" userId="0caeac936585bbb7" providerId="LiveId" clId="{A26C2226-DA97-439C-844C-276312025561}" dt="2020-02-16T19:54:41.893" v="140" actId="1036"/>
          <ac:spMkLst>
            <pc:docMk/>
            <pc:sldMk cId="4028230352" sldId="398"/>
            <ac:spMk id="4" creationId="{5422C19C-A8DE-48D6-9A2C-C036E9ED3DAD}"/>
          </ac:spMkLst>
        </pc:spChg>
        <pc:spChg chg="mod">
          <ac:chgData name="MikeandJill West" userId="0caeac936585bbb7" providerId="LiveId" clId="{A26C2226-DA97-439C-844C-276312025561}" dt="2020-02-16T19:54:41.893" v="140" actId="1036"/>
          <ac:spMkLst>
            <pc:docMk/>
            <pc:sldMk cId="4028230352" sldId="398"/>
            <ac:spMk id="5" creationId="{B4D77F90-B21F-4A7D-87F6-7CE94935B608}"/>
          </ac:spMkLst>
        </pc:spChg>
        <pc:spChg chg="mod">
          <ac:chgData name="MikeandJill West" userId="0caeac936585bbb7" providerId="LiveId" clId="{A26C2226-DA97-439C-844C-276312025561}" dt="2020-02-16T19:54:41.893" v="140" actId="1036"/>
          <ac:spMkLst>
            <pc:docMk/>
            <pc:sldMk cId="4028230352" sldId="398"/>
            <ac:spMk id="6" creationId="{F6659AB3-738D-4959-BBE7-9BCB4E3C30A3}"/>
          </ac:spMkLst>
        </pc:spChg>
        <pc:spChg chg="mod">
          <ac:chgData name="MikeandJill West" userId="0caeac936585bbb7" providerId="LiveId" clId="{A26C2226-DA97-439C-844C-276312025561}" dt="2020-02-16T19:54:41.893" v="140" actId="1036"/>
          <ac:spMkLst>
            <pc:docMk/>
            <pc:sldMk cId="4028230352" sldId="398"/>
            <ac:spMk id="7" creationId="{DADEF78C-0AAD-4D44-961F-5F3AD8A9D667}"/>
          </ac:spMkLst>
        </pc:spChg>
        <pc:spChg chg="mod">
          <ac:chgData name="MikeandJill West" userId="0caeac936585bbb7" providerId="LiveId" clId="{A26C2226-DA97-439C-844C-276312025561}" dt="2020-02-16T19:54:41.893" v="140" actId="1036"/>
          <ac:spMkLst>
            <pc:docMk/>
            <pc:sldMk cId="4028230352" sldId="398"/>
            <ac:spMk id="8" creationId="{96547B56-A78D-4C7D-A6DD-49DCD1FBB17E}"/>
          </ac:spMkLst>
        </pc:spChg>
        <pc:spChg chg="mod">
          <ac:chgData name="MikeandJill West" userId="0caeac936585bbb7" providerId="LiveId" clId="{A26C2226-DA97-439C-844C-276312025561}" dt="2020-02-16T19:52:58.773" v="52" actId="1036"/>
          <ac:spMkLst>
            <pc:docMk/>
            <pc:sldMk cId="4028230352" sldId="398"/>
            <ac:spMk id="9" creationId="{B3C47518-2109-446A-99E7-3945E5164931}"/>
          </ac:spMkLst>
        </pc:spChg>
        <pc:spChg chg="mod">
          <ac:chgData name="MikeandJill West" userId="0caeac936585bbb7" providerId="LiveId" clId="{A26C2226-DA97-439C-844C-276312025561}" dt="2020-02-16T19:52:58.773" v="52" actId="1036"/>
          <ac:spMkLst>
            <pc:docMk/>
            <pc:sldMk cId="4028230352" sldId="398"/>
            <ac:spMk id="10" creationId="{C983DBB6-6D3B-4A74-ADB5-8867210F0C65}"/>
          </ac:spMkLst>
        </pc:spChg>
        <pc:spChg chg="mod">
          <ac:chgData name="MikeandJill West" userId="0caeac936585bbb7" providerId="LiveId" clId="{A26C2226-DA97-439C-844C-276312025561}" dt="2020-02-16T19:53:47.797" v="64" actId="948"/>
          <ac:spMkLst>
            <pc:docMk/>
            <pc:sldMk cId="4028230352" sldId="398"/>
            <ac:spMk id="12" creationId="{4352EE4B-66D5-4FA1-A56C-69AAD16A245A}"/>
          </ac:spMkLst>
        </pc:spChg>
      </pc:sldChg>
      <pc:sldChg chg="modSp">
        <pc:chgData name="MikeandJill West" userId="0caeac936585bbb7" providerId="LiveId" clId="{A26C2226-DA97-439C-844C-276312025561}" dt="2020-02-16T19:55:05.228" v="155" actId="1036"/>
        <pc:sldMkLst>
          <pc:docMk/>
          <pc:sldMk cId="3775412096" sldId="401"/>
        </pc:sldMkLst>
        <pc:spChg chg="mod">
          <ac:chgData name="MikeandJill West" userId="0caeac936585bbb7" providerId="LiveId" clId="{A26C2226-DA97-439C-844C-276312025561}" dt="2020-02-16T19:55:05.228" v="155" actId="1036"/>
          <ac:spMkLst>
            <pc:docMk/>
            <pc:sldMk cId="3775412096" sldId="401"/>
            <ac:spMk id="6" creationId="{E914FA02-6334-4425-B97E-7D8276D80ABC}"/>
          </ac:spMkLst>
        </pc:spChg>
      </pc:sldChg>
      <pc:sldChg chg="delSp">
        <pc:chgData name="MikeandJill West" userId="0caeac936585bbb7" providerId="LiveId" clId="{A26C2226-DA97-439C-844C-276312025561}" dt="2020-02-16T19:54:47.317" v="141" actId="478"/>
        <pc:sldMkLst>
          <pc:docMk/>
          <pc:sldMk cId="310210313" sldId="402"/>
        </pc:sldMkLst>
        <pc:spChg chg="del">
          <ac:chgData name="MikeandJill West" userId="0caeac936585bbb7" providerId="LiveId" clId="{A26C2226-DA97-439C-844C-276312025561}" dt="2020-02-16T19:54:47.317" v="141" actId="478"/>
          <ac:spMkLst>
            <pc:docMk/>
            <pc:sldMk cId="310210313" sldId="402"/>
            <ac:spMk id="6" creationId="{65B62EAE-FAA6-4604-A01D-DCC8781A036F}"/>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48ED681-2264-4772-96D9-571C19ED82FB}" type="datetimeFigureOut">
              <a:rPr lang="en-US" smtClean="0"/>
              <a:t>2/17/2020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6CA19FE-9A12-437D-A6C3-5DD612832ED6}" type="slidenum">
              <a:rPr lang="en-US" smtClean="0"/>
              <a:t>‹#›</a:t>
            </a:fld>
            <a:endParaRPr lang="en-US"/>
          </a:p>
        </p:txBody>
      </p:sp>
    </p:spTree>
    <p:extLst>
      <p:ext uri="{BB962C8B-B14F-4D97-AF65-F5344CB8AC3E}">
        <p14:creationId xmlns:p14="http://schemas.microsoft.com/office/powerpoint/2010/main" val="15882054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3</a:t>
            </a:fld>
            <a:endParaRPr lang="en-US" dirty="0"/>
          </a:p>
        </p:txBody>
      </p:sp>
    </p:spTree>
    <p:extLst>
      <p:ext uri="{BB962C8B-B14F-4D97-AF65-F5344CB8AC3E}">
        <p14:creationId xmlns:p14="http://schemas.microsoft.com/office/powerpoint/2010/main" val="5474795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4</a:t>
            </a:fld>
            <a:endParaRPr lang="en-US" dirty="0"/>
          </a:p>
        </p:txBody>
      </p:sp>
    </p:spTree>
    <p:extLst>
      <p:ext uri="{BB962C8B-B14F-4D97-AF65-F5344CB8AC3E}">
        <p14:creationId xmlns:p14="http://schemas.microsoft.com/office/powerpoint/2010/main" val="6843906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5</a:t>
            </a:fld>
            <a:endParaRPr lang="en-US" dirty="0"/>
          </a:p>
        </p:txBody>
      </p:sp>
    </p:spTree>
    <p:extLst>
      <p:ext uri="{BB962C8B-B14F-4D97-AF65-F5344CB8AC3E}">
        <p14:creationId xmlns:p14="http://schemas.microsoft.com/office/powerpoint/2010/main" val="13353415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6</a:t>
            </a:fld>
            <a:endParaRPr lang="en-US" dirty="0"/>
          </a:p>
        </p:txBody>
      </p:sp>
    </p:spTree>
    <p:extLst>
      <p:ext uri="{BB962C8B-B14F-4D97-AF65-F5344CB8AC3E}">
        <p14:creationId xmlns:p14="http://schemas.microsoft.com/office/powerpoint/2010/main" val="25287320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7</a:t>
            </a:fld>
            <a:endParaRPr lang="en-US" dirty="0"/>
          </a:p>
        </p:txBody>
      </p:sp>
    </p:spTree>
    <p:extLst>
      <p:ext uri="{BB962C8B-B14F-4D97-AF65-F5344CB8AC3E}">
        <p14:creationId xmlns:p14="http://schemas.microsoft.com/office/powerpoint/2010/main" val="23642912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CA19FE-9A12-437D-A6C3-5DD612832ED6}" type="slidenum">
              <a:rPr lang="en-US" smtClean="0"/>
              <a:t>8</a:t>
            </a:fld>
            <a:endParaRPr lang="en-US"/>
          </a:p>
        </p:txBody>
      </p:sp>
    </p:spTree>
    <p:extLst>
      <p:ext uri="{BB962C8B-B14F-4D97-AF65-F5344CB8AC3E}">
        <p14:creationId xmlns:p14="http://schemas.microsoft.com/office/powerpoint/2010/main" val="31071044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9</a:t>
            </a:fld>
            <a:endParaRPr lang="en-US" dirty="0"/>
          </a:p>
        </p:txBody>
      </p:sp>
    </p:spTree>
    <p:extLst>
      <p:ext uri="{BB962C8B-B14F-4D97-AF65-F5344CB8AC3E}">
        <p14:creationId xmlns:p14="http://schemas.microsoft.com/office/powerpoint/2010/main" val="1205345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10</a:t>
            </a:fld>
            <a:endParaRPr lang="en-US" dirty="0"/>
          </a:p>
        </p:txBody>
      </p:sp>
    </p:spTree>
    <p:extLst>
      <p:ext uri="{BB962C8B-B14F-4D97-AF65-F5344CB8AC3E}">
        <p14:creationId xmlns:p14="http://schemas.microsoft.com/office/powerpoint/2010/main" val="10832210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CA19FE-9A12-437D-A6C3-5DD612832ED6}" type="slidenum">
              <a:rPr lang="en-US" smtClean="0"/>
              <a:t>11</a:t>
            </a:fld>
            <a:endParaRPr lang="en-US"/>
          </a:p>
        </p:txBody>
      </p:sp>
    </p:spTree>
    <p:extLst>
      <p:ext uri="{BB962C8B-B14F-4D97-AF65-F5344CB8AC3E}">
        <p14:creationId xmlns:p14="http://schemas.microsoft.com/office/powerpoint/2010/main" val="27939019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12</a:t>
            </a:fld>
            <a:endParaRPr lang="en-US" dirty="0"/>
          </a:p>
        </p:txBody>
      </p:sp>
    </p:spTree>
    <p:extLst>
      <p:ext uri="{BB962C8B-B14F-4D97-AF65-F5344CB8AC3E}">
        <p14:creationId xmlns:p14="http://schemas.microsoft.com/office/powerpoint/2010/main" val="15120338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CA19FE-9A12-437D-A6C3-5DD612832ED6}" type="slidenum">
              <a:rPr lang="en-US" smtClean="0"/>
              <a:t>13</a:t>
            </a:fld>
            <a:endParaRPr lang="en-US"/>
          </a:p>
        </p:txBody>
      </p:sp>
    </p:spTree>
    <p:extLst>
      <p:ext uri="{BB962C8B-B14F-4D97-AF65-F5344CB8AC3E}">
        <p14:creationId xmlns:p14="http://schemas.microsoft.com/office/powerpoint/2010/main" val="40367910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14</a:t>
            </a:fld>
            <a:endParaRPr lang="en-US" dirty="0"/>
          </a:p>
        </p:txBody>
      </p:sp>
    </p:spTree>
    <p:extLst>
      <p:ext uri="{BB962C8B-B14F-4D97-AF65-F5344CB8AC3E}">
        <p14:creationId xmlns:p14="http://schemas.microsoft.com/office/powerpoint/2010/main" val="118266937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15</a:t>
            </a:fld>
            <a:endParaRPr lang="en-US" dirty="0"/>
          </a:p>
        </p:txBody>
      </p:sp>
    </p:spTree>
    <p:extLst>
      <p:ext uri="{BB962C8B-B14F-4D97-AF65-F5344CB8AC3E}">
        <p14:creationId xmlns:p14="http://schemas.microsoft.com/office/powerpoint/2010/main" val="7277969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16</a:t>
            </a:fld>
            <a:endParaRPr lang="en-US" dirty="0"/>
          </a:p>
        </p:txBody>
      </p:sp>
    </p:spTree>
    <p:extLst>
      <p:ext uri="{BB962C8B-B14F-4D97-AF65-F5344CB8AC3E}">
        <p14:creationId xmlns:p14="http://schemas.microsoft.com/office/powerpoint/2010/main" val="263066318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17</a:t>
            </a:fld>
            <a:endParaRPr lang="en-US" dirty="0"/>
          </a:p>
        </p:txBody>
      </p:sp>
    </p:spTree>
    <p:extLst>
      <p:ext uri="{BB962C8B-B14F-4D97-AF65-F5344CB8AC3E}">
        <p14:creationId xmlns:p14="http://schemas.microsoft.com/office/powerpoint/2010/main" val="287455582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18</a:t>
            </a:fld>
            <a:endParaRPr lang="en-US" dirty="0"/>
          </a:p>
        </p:txBody>
      </p:sp>
    </p:spTree>
    <p:extLst>
      <p:ext uri="{BB962C8B-B14F-4D97-AF65-F5344CB8AC3E}">
        <p14:creationId xmlns:p14="http://schemas.microsoft.com/office/powerpoint/2010/main" val="61210156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19</a:t>
            </a:fld>
            <a:endParaRPr lang="en-US" dirty="0"/>
          </a:p>
        </p:txBody>
      </p:sp>
    </p:spTree>
    <p:extLst>
      <p:ext uri="{BB962C8B-B14F-4D97-AF65-F5344CB8AC3E}">
        <p14:creationId xmlns:p14="http://schemas.microsoft.com/office/powerpoint/2010/main" val="265573945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20</a:t>
            </a:fld>
            <a:endParaRPr lang="en-US" dirty="0"/>
          </a:p>
        </p:txBody>
      </p:sp>
    </p:spTree>
    <p:extLst>
      <p:ext uri="{BB962C8B-B14F-4D97-AF65-F5344CB8AC3E}">
        <p14:creationId xmlns:p14="http://schemas.microsoft.com/office/powerpoint/2010/main" val="384559465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21</a:t>
            </a:fld>
            <a:endParaRPr lang="en-US" dirty="0"/>
          </a:p>
        </p:txBody>
      </p:sp>
    </p:spTree>
    <p:extLst>
      <p:ext uri="{BB962C8B-B14F-4D97-AF65-F5344CB8AC3E}">
        <p14:creationId xmlns:p14="http://schemas.microsoft.com/office/powerpoint/2010/main" val="355224502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2AA3592-D5F1-C049-A75C-8C2FAAE2A508}" type="slidenum">
              <a:rPr lang="en-US" smtClean="0"/>
              <a:t>22</a:t>
            </a:fld>
            <a:endParaRPr lang="en-US" dirty="0"/>
          </a:p>
        </p:txBody>
      </p:sp>
    </p:spTree>
    <p:extLst>
      <p:ext uri="{BB962C8B-B14F-4D97-AF65-F5344CB8AC3E}">
        <p14:creationId xmlns:p14="http://schemas.microsoft.com/office/powerpoint/2010/main" val="361186523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2AA3592-D5F1-C049-A75C-8C2FAAE2A508}" type="slidenum">
              <a:rPr lang="en-US" smtClean="0"/>
              <a:t>23</a:t>
            </a:fld>
            <a:endParaRPr lang="en-US" dirty="0"/>
          </a:p>
        </p:txBody>
      </p:sp>
    </p:spTree>
    <p:extLst>
      <p:ext uri="{BB962C8B-B14F-4D97-AF65-F5344CB8AC3E}">
        <p14:creationId xmlns:p14="http://schemas.microsoft.com/office/powerpoint/2010/main" val="198597736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2AA3592-D5F1-C049-A75C-8C2FAAE2A508}" type="slidenum">
              <a:rPr lang="en-US" smtClean="0"/>
              <a:t>24</a:t>
            </a:fld>
            <a:endParaRPr lang="en-US" dirty="0"/>
          </a:p>
        </p:txBody>
      </p:sp>
    </p:spTree>
    <p:extLst>
      <p:ext uri="{BB962C8B-B14F-4D97-AF65-F5344CB8AC3E}">
        <p14:creationId xmlns:p14="http://schemas.microsoft.com/office/powerpoint/2010/main" val="22823463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xml"/></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76797-017C-4DFC-BF51-8079A083E78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9C7653C-C9F0-4824-AB44-1FF43951798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9E52122-AABC-4639-9A96-EC312383B144}"/>
              </a:ext>
            </a:extLst>
          </p:cNvPr>
          <p:cNvSpPr>
            <a:spLocks noGrp="1"/>
          </p:cNvSpPr>
          <p:nvPr>
            <p:ph type="dt" sz="half" idx="10"/>
          </p:nvPr>
        </p:nvSpPr>
        <p:spPr/>
        <p:txBody>
          <a:bodyPr/>
          <a:lstStyle/>
          <a:p>
            <a:fld id="{0D0C2072-8BD3-4A25-9A71-B353EDA33FFA}" type="datetimeFigureOut">
              <a:rPr lang="en-US" smtClean="0"/>
              <a:t>2/17/2020</a:t>
            </a:fld>
            <a:endParaRPr lang="en-US"/>
          </a:p>
        </p:txBody>
      </p:sp>
      <p:sp>
        <p:nvSpPr>
          <p:cNvPr id="5" name="Footer Placeholder 4">
            <a:extLst>
              <a:ext uri="{FF2B5EF4-FFF2-40B4-BE49-F238E27FC236}">
                <a16:creationId xmlns:a16="http://schemas.microsoft.com/office/drawing/2014/main" id="{395CCBD3-FBE9-4DDA-8800-D6B1A806D68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119A596-6041-444F-BF27-606D0FF0E084}"/>
              </a:ext>
            </a:extLst>
          </p:cNvPr>
          <p:cNvSpPr>
            <a:spLocks noGrp="1"/>
          </p:cNvSpPr>
          <p:nvPr>
            <p:ph type="sldNum" sz="quarter" idx="12"/>
          </p:nvPr>
        </p:nvSpPr>
        <p:spPr/>
        <p:txBody>
          <a:bodyPr/>
          <a:lstStyle/>
          <a:p>
            <a:fld id="{D959F4CF-452D-4B53-922A-3D4908B867D0}" type="slidenum">
              <a:rPr lang="en-US" smtClean="0"/>
              <a:t>‹#›</a:t>
            </a:fld>
            <a:endParaRPr lang="en-US"/>
          </a:p>
        </p:txBody>
      </p:sp>
    </p:spTree>
    <p:extLst>
      <p:ext uri="{BB962C8B-B14F-4D97-AF65-F5344CB8AC3E}">
        <p14:creationId xmlns:p14="http://schemas.microsoft.com/office/powerpoint/2010/main" val="8336546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3B4FCB-CF7B-4861-BFE2-4067F745415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4BA9012-85AD-484F-83DE-51FAA7566E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AA52243-660E-437F-85B0-89AB3C710727}"/>
              </a:ext>
            </a:extLst>
          </p:cNvPr>
          <p:cNvSpPr>
            <a:spLocks noGrp="1"/>
          </p:cNvSpPr>
          <p:nvPr>
            <p:ph type="dt" sz="half" idx="10"/>
          </p:nvPr>
        </p:nvSpPr>
        <p:spPr/>
        <p:txBody>
          <a:bodyPr/>
          <a:lstStyle/>
          <a:p>
            <a:fld id="{0D0C2072-8BD3-4A25-9A71-B353EDA33FFA}" type="datetimeFigureOut">
              <a:rPr lang="en-US" smtClean="0"/>
              <a:t>2/17/2020</a:t>
            </a:fld>
            <a:endParaRPr lang="en-US"/>
          </a:p>
        </p:txBody>
      </p:sp>
      <p:sp>
        <p:nvSpPr>
          <p:cNvPr id="5" name="Footer Placeholder 4">
            <a:extLst>
              <a:ext uri="{FF2B5EF4-FFF2-40B4-BE49-F238E27FC236}">
                <a16:creationId xmlns:a16="http://schemas.microsoft.com/office/drawing/2014/main" id="{7B1E7757-C620-4E55-8DAE-F265515AC87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7627FDD-8CE6-4126-A8C4-7CEC58DAD8C1}"/>
              </a:ext>
            </a:extLst>
          </p:cNvPr>
          <p:cNvSpPr>
            <a:spLocks noGrp="1"/>
          </p:cNvSpPr>
          <p:nvPr>
            <p:ph type="sldNum" sz="quarter" idx="12"/>
          </p:nvPr>
        </p:nvSpPr>
        <p:spPr/>
        <p:txBody>
          <a:bodyPr/>
          <a:lstStyle/>
          <a:p>
            <a:fld id="{D959F4CF-452D-4B53-922A-3D4908B867D0}" type="slidenum">
              <a:rPr lang="en-US" smtClean="0"/>
              <a:t>‹#›</a:t>
            </a:fld>
            <a:endParaRPr lang="en-US"/>
          </a:p>
        </p:txBody>
      </p:sp>
    </p:spTree>
    <p:extLst>
      <p:ext uri="{BB962C8B-B14F-4D97-AF65-F5344CB8AC3E}">
        <p14:creationId xmlns:p14="http://schemas.microsoft.com/office/powerpoint/2010/main" val="33146491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AC833A-F7D2-417E-91EF-AFD8F41D521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2A104F0-959B-4F38-90F2-6B903C771F6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1FD948F-142D-4638-A981-0924986DF7E4}"/>
              </a:ext>
            </a:extLst>
          </p:cNvPr>
          <p:cNvSpPr>
            <a:spLocks noGrp="1"/>
          </p:cNvSpPr>
          <p:nvPr>
            <p:ph type="dt" sz="half" idx="10"/>
          </p:nvPr>
        </p:nvSpPr>
        <p:spPr/>
        <p:txBody>
          <a:bodyPr/>
          <a:lstStyle/>
          <a:p>
            <a:fld id="{0D0C2072-8BD3-4A25-9A71-B353EDA33FFA}" type="datetimeFigureOut">
              <a:rPr lang="en-US" smtClean="0"/>
              <a:t>2/17/2020</a:t>
            </a:fld>
            <a:endParaRPr lang="en-US"/>
          </a:p>
        </p:txBody>
      </p:sp>
      <p:sp>
        <p:nvSpPr>
          <p:cNvPr id="5" name="Footer Placeholder 4">
            <a:extLst>
              <a:ext uri="{FF2B5EF4-FFF2-40B4-BE49-F238E27FC236}">
                <a16:creationId xmlns:a16="http://schemas.microsoft.com/office/drawing/2014/main" id="{4EC68E22-2DA8-4679-81DC-18D07F8716A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227A69A-36A5-4232-A61B-9C7147FCB8CF}"/>
              </a:ext>
            </a:extLst>
          </p:cNvPr>
          <p:cNvSpPr>
            <a:spLocks noGrp="1"/>
          </p:cNvSpPr>
          <p:nvPr>
            <p:ph type="sldNum" sz="quarter" idx="12"/>
          </p:nvPr>
        </p:nvSpPr>
        <p:spPr/>
        <p:txBody>
          <a:bodyPr/>
          <a:lstStyle/>
          <a:p>
            <a:fld id="{D959F4CF-452D-4B53-922A-3D4908B867D0}" type="slidenum">
              <a:rPr lang="en-US" smtClean="0"/>
              <a:t>‹#›</a:t>
            </a:fld>
            <a:endParaRPr lang="en-US"/>
          </a:p>
        </p:txBody>
      </p:sp>
    </p:spTree>
    <p:extLst>
      <p:ext uri="{BB962C8B-B14F-4D97-AF65-F5344CB8AC3E}">
        <p14:creationId xmlns:p14="http://schemas.microsoft.com/office/powerpoint/2010/main" val="17002388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B3D970-0A2C-4976-BC59-254B47DE2CF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E21ED02-BC5A-47BD-BBB2-3BBD2ED310E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3164AAA-07E8-4A17-8354-208D497F90E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2090DDB-5BDE-480B-876F-BD31F3DB25AF}"/>
              </a:ext>
            </a:extLst>
          </p:cNvPr>
          <p:cNvSpPr>
            <a:spLocks noGrp="1"/>
          </p:cNvSpPr>
          <p:nvPr>
            <p:ph type="dt" sz="half" idx="10"/>
          </p:nvPr>
        </p:nvSpPr>
        <p:spPr/>
        <p:txBody>
          <a:bodyPr/>
          <a:lstStyle/>
          <a:p>
            <a:fld id="{0D0C2072-8BD3-4A25-9A71-B353EDA33FFA}" type="datetimeFigureOut">
              <a:rPr lang="en-US" smtClean="0"/>
              <a:t>2/17/2020</a:t>
            </a:fld>
            <a:endParaRPr lang="en-US"/>
          </a:p>
        </p:txBody>
      </p:sp>
      <p:sp>
        <p:nvSpPr>
          <p:cNvPr id="6" name="Footer Placeholder 5">
            <a:extLst>
              <a:ext uri="{FF2B5EF4-FFF2-40B4-BE49-F238E27FC236}">
                <a16:creationId xmlns:a16="http://schemas.microsoft.com/office/drawing/2014/main" id="{A1CA4DA3-187D-45C4-92A1-852B3C3F87A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C11BE6A-A0F8-4FB3-A378-E57FCCF8EEB7}"/>
              </a:ext>
            </a:extLst>
          </p:cNvPr>
          <p:cNvSpPr>
            <a:spLocks noGrp="1"/>
          </p:cNvSpPr>
          <p:nvPr>
            <p:ph type="sldNum" sz="quarter" idx="12"/>
          </p:nvPr>
        </p:nvSpPr>
        <p:spPr/>
        <p:txBody>
          <a:bodyPr/>
          <a:lstStyle/>
          <a:p>
            <a:fld id="{D959F4CF-452D-4B53-922A-3D4908B867D0}" type="slidenum">
              <a:rPr lang="en-US" smtClean="0"/>
              <a:t>‹#›</a:t>
            </a:fld>
            <a:endParaRPr lang="en-US"/>
          </a:p>
        </p:txBody>
      </p:sp>
    </p:spTree>
    <p:extLst>
      <p:ext uri="{BB962C8B-B14F-4D97-AF65-F5344CB8AC3E}">
        <p14:creationId xmlns:p14="http://schemas.microsoft.com/office/powerpoint/2010/main" val="10749993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CC9D9B-BB4A-47D7-A37A-1DFCF5DC595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A898E52-E508-4DAF-9147-E85470E293F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5D4E4F7-69F2-4E41-8752-B615CBA9D46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11CD0CD-EF3A-4743-8F3B-FFB2AC6F45A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6486690-925A-4275-8B20-5B618645659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6C3AE8A-9490-41A7-BB06-DE28B820FCB1}"/>
              </a:ext>
            </a:extLst>
          </p:cNvPr>
          <p:cNvSpPr>
            <a:spLocks noGrp="1"/>
          </p:cNvSpPr>
          <p:nvPr>
            <p:ph type="dt" sz="half" idx="10"/>
          </p:nvPr>
        </p:nvSpPr>
        <p:spPr/>
        <p:txBody>
          <a:bodyPr/>
          <a:lstStyle/>
          <a:p>
            <a:fld id="{0D0C2072-8BD3-4A25-9A71-B353EDA33FFA}" type="datetimeFigureOut">
              <a:rPr lang="en-US" smtClean="0"/>
              <a:t>2/17/2020</a:t>
            </a:fld>
            <a:endParaRPr lang="en-US"/>
          </a:p>
        </p:txBody>
      </p:sp>
      <p:sp>
        <p:nvSpPr>
          <p:cNvPr id="8" name="Footer Placeholder 7">
            <a:extLst>
              <a:ext uri="{FF2B5EF4-FFF2-40B4-BE49-F238E27FC236}">
                <a16:creationId xmlns:a16="http://schemas.microsoft.com/office/drawing/2014/main" id="{1BB0C805-381F-4672-9381-12284249F9A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74F7931-FF86-4A6D-ADE0-1699A3AF9139}"/>
              </a:ext>
            </a:extLst>
          </p:cNvPr>
          <p:cNvSpPr>
            <a:spLocks noGrp="1"/>
          </p:cNvSpPr>
          <p:nvPr>
            <p:ph type="sldNum" sz="quarter" idx="12"/>
          </p:nvPr>
        </p:nvSpPr>
        <p:spPr/>
        <p:txBody>
          <a:bodyPr/>
          <a:lstStyle/>
          <a:p>
            <a:fld id="{D959F4CF-452D-4B53-922A-3D4908B867D0}" type="slidenum">
              <a:rPr lang="en-US" smtClean="0"/>
              <a:t>‹#›</a:t>
            </a:fld>
            <a:endParaRPr lang="en-US"/>
          </a:p>
        </p:txBody>
      </p:sp>
    </p:spTree>
    <p:extLst>
      <p:ext uri="{BB962C8B-B14F-4D97-AF65-F5344CB8AC3E}">
        <p14:creationId xmlns:p14="http://schemas.microsoft.com/office/powerpoint/2010/main" val="14080630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79537-70D3-4F23-B7A9-E1AE2355A6E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1EE3AF1-1AFC-43CF-AC11-C17785FE72BB}"/>
              </a:ext>
            </a:extLst>
          </p:cNvPr>
          <p:cNvSpPr>
            <a:spLocks noGrp="1"/>
          </p:cNvSpPr>
          <p:nvPr>
            <p:ph type="dt" sz="half" idx="10"/>
          </p:nvPr>
        </p:nvSpPr>
        <p:spPr/>
        <p:txBody>
          <a:bodyPr/>
          <a:lstStyle/>
          <a:p>
            <a:fld id="{0D0C2072-8BD3-4A25-9A71-B353EDA33FFA}" type="datetimeFigureOut">
              <a:rPr lang="en-US" smtClean="0"/>
              <a:t>2/17/2020</a:t>
            </a:fld>
            <a:endParaRPr lang="en-US"/>
          </a:p>
        </p:txBody>
      </p:sp>
      <p:sp>
        <p:nvSpPr>
          <p:cNvPr id="4" name="Footer Placeholder 3">
            <a:extLst>
              <a:ext uri="{FF2B5EF4-FFF2-40B4-BE49-F238E27FC236}">
                <a16:creationId xmlns:a16="http://schemas.microsoft.com/office/drawing/2014/main" id="{BFBCCF1A-028C-44F7-9C36-AD66E1AE5D1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C0B9C54-F801-4F3A-815D-A271974AB0C2}"/>
              </a:ext>
            </a:extLst>
          </p:cNvPr>
          <p:cNvSpPr>
            <a:spLocks noGrp="1"/>
          </p:cNvSpPr>
          <p:nvPr>
            <p:ph type="sldNum" sz="quarter" idx="12"/>
          </p:nvPr>
        </p:nvSpPr>
        <p:spPr/>
        <p:txBody>
          <a:bodyPr/>
          <a:lstStyle/>
          <a:p>
            <a:fld id="{D959F4CF-452D-4B53-922A-3D4908B867D0}" type="slidenum">
              <a:rPr lang="en-US" smtClean="0"/>
              <a:t>‹#›</a:t>
            </a:fld>
            <a:endParaRPr lang="en-US"/>
          </a:p>
        </p:txBody>
      </p:sp>
    </p:spTree>
    <p:extLst>
      <p:ext uri="{BB962C8B-B14F-4D97-AF65-F5344CB8AC3E}">
        <p14:creationId xmlns:p14="http://schemas.microsoft.com/office/powerpoint/2010/main" val="25909428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DDF076E-AC04-4DE5-861A-EDB8EE3158FB}"/>
              </a:ext>
            </a:extLst>
          </p:cNvPr>
          <p:cNvSpPr>
            <a:spLocks noGrp="1"/>
          </p:cNvSpPr>
          <p:nvPr>
            <p:ph type="dt" sz="half" idx="10"/>
          </p:nvPr>
        </p:nvSpPr>
        <p:spPr/>
        <p:txBody>
          <a:bodyPr/>
          <a:lstStyle/>
          <a:p>
            <a:fld id="{0D0C2072-8BD3-4A25-9A71-B353EDA33FFA}" type="datetimeFigureOut">
              <a:rPr lang="en-US" smtClean="0"/>
              <a:t>2/17/2020</a:t>
            </a:fld>
            <a:endParaRPr lang="en-US"/>
          </a:p>
        </p:txBody>
      </p:sp>
      <p:sp>
        <p:nvSpPr>
          <p:cNvPr id="3" name="Footer Placeholder 2">
            <a:extLst>
              <a:ext uri="{FF2B5EF4-FFF2-40B4-BE49-F238E27FC236}">
                <a16:creationId xmlns:a16="http://schemas.microsoft.com/office/drawing/2014/main" id="{B0510405-86EB-4B9B-B547-367F9CA4F1D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2C9F6AF-2F11-4B48-A57C-20B7CA9E7C44}"/>
              </a:ext>
            </a:extLst>
          </p:cNvPr>
          <p:cNvSpPr>
            <a:spLocks noGrp="1"/>
          </p:cNvSpPr>
          <p:nvPr>
            <p:ph type="sldNum" sz="quarter" idx="12"/>
          </p:nvPr>
        </p:nvSpPr>
        <p:spPr/>
        <p:txBody>
          <a:bodyPr/>
          <a:lstStyle/>
          <a:p>
            <a:fld id="{D959F4CF-452D-4B53-922A-3D4908B867D0}" type="slidenum">
              <a:rPr lang="en-US" smtClean="0"/>
              <a:t>‹#›</a:t>
            </a:fld>
            <a:endParaRPr lang="en-US"/>
          </a:p>
        </p:txBody>
      </p:sp>
    </p:spTree>
    <p:extLst>
      <p:ext uri="{BB962C8B-B14F-4D97-AF65-F5344CB8AC3E}">
        <p14:creationId xmlns:p14="http://schemas.microsoft.com/office/powerpoint/2010/main" val="37757592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999897-1133-41C7-B1BB-1520072E2FC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E18E23B-E08F-48A3-91BD-E1D42862EE2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010D1BD-8B51-4297-9D0E-F1FBE10D87C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325727D-B9CA-401B-B5DD-F4BBC9CB2C5E}"/>
              </a:ext>
            </a:extLst>
          </p:cNvPr>
          <p:cNvSpPr>
            <a:spLocks noGrp="1"/>
          </p:cNvSpPr>
          <p:nvPr>
            <p:ph type="dt" sz="half" idx="10"/>
          </p:nvPr>
        </p:nvSpPr>
        <p:spPr/>
        <p:txBody>
          <a:bodyPr/>
          <a:lstStyle/>
          <a:p>
            <a:fld id="{0D0C2072-8BD3-4A25-9A71-B353EDA33FFA}" type="datetimeFigureOut">
              <a:rPr lang="en-US" smtClean="0"/>
              <a:t>2/17/2020</a:t>
            </a:fld>
            <a:endParaRPr lang="en-US"/>
          </a:p>
        </p:txBody>
      </p:sp>
      <p:sp>
        <p:nvSpPr>
          <p:cNvPr id="6" name="Footer Placeholder 5">
            <a:extLst>
              <a:ext uri="{FF2B5EF4-FFF2-40B4-BE49-F238E27FC236}">
                <a16:creationId xmlns:a16="http://schemas.microsoft.com/office/drawing/2014/main" id="{1781448E-FCF8-489F-B832-E2432C94EDF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8868B76-7EE5-4667-BECF-AD7F4FC7B4BE}"/>
              </a:ext>
            </a:extLst>
          </p:cNvPr>
          <p:cNvSpPr>
            <a:spLocks noGrp="1"/>
          </p:cNvSpPr>
          <p:nvPr>
            <p:ph type="sldNum" sz="quarter" idx="12"/>
          </p:nvPr>
        </p:nvSpPr>
        <p:spPr/>
        <p:txBody>
          <a:bodyPr/>
          <a:lstStyle/>
          <a:p>
            <a:fld id="{D959F4CF-452D-4B53-922A-3D4908B867D0}" type="slidenum">
              <a:rPr lang="en-US" smtClean="0"/>
              <a:t>‹#›</a:t>
            </a:fld>
            <a:endParaRPr lang="en-US"/>
          </a:p>
        </p:txBody>
      </p:sp>
    </p:spTree>
    <p:extLst>
      <p:ext uri="{BB962C8B-B14F-4D97-AF65-F5344CB8AC3E}">
        <p14:creationId xmlns:p14="http://schemas.microsoft.com/office/powerpoint/2010/main" val="41228031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E07DF5-8C0E-40D1-98EC-B73A68B7423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F74C4A0-F8B6-4179-893A-DE2BDFF2A13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46A24F9-394D-4374-B7F0-C5038AE8974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568E99F-97CB-4DCD-9DE5-B40A58A52BA0}"/>
              </a:ext>
            </a:extLst>
          </p:cNvPr>
          <p:cNvSpPr>
            <a:spLocks noGrp="1"/>
          </p:cNvSpPr>
          <p:nvPr>
            <p:ph type="dt" sz="half" idx="10"/>
          </p:nvPr>
        </p:nvSpPr>
        <p:spPr/>
        <p:txBody>
          <a:bodyPr/>
          <a:lstStyle/>
          <a:p>
            <a:fld id="{0D0C2072-8BD3-4A25-9A71-B353EDA33FFA}" type="datetimeFigureOut">
              <a:rPr lang="en-US" smtClean="0"/>
              <a:t>2/17/2020</a:t>
            </a:fld>
            <a:endParaRPr lang="en-US"/>
          </a:p>
        </p:txBody>
      </p:sp>
      <p:sp>
        <p:nvSpPr>
          <p:cNvPr id="6" name="Footer Placeholder 5">
            <a:extLst>
              <a:ext uri="{FF2B5EF4-FFF2-40B4-BE49-F238E27FC236}">
                <a16:creationId xmlns:a16="http://schemas.microsoft.com/office/drawing/2014/main" id="{188FFE15-4F54-43C0-BF6D-9B581C227A0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8F42C33-1A31-4078-A0E7-B9BA99BB2598}"/>
              </a:ext>
            </a:extLst>
          </p:cNvPr>
          <p:cNvSpPr>
            <a:spLocks noGrp="1"/>
          </p:cNvSpPr>
          <p:nvPr>
            <p:ph type="sldNum" sz="quarter" idx="12"/>
          </p:nvPr>
        </p:nvSpPr>
        <p:spPr/>
        <p:txBody>
          <a:bodyPr/>
          <a:lstStyle/>
          <a:p>
            <a:fld id="{D959F4CF-452D-4B53-922A-3D4908B867D0}" type="slidenum">
              <a:rPr lang="en-US" smtClean="0"/>
              <a:t>‹#›</a:t>
            </a:fld>
            <a:endParaRPr lang="en-US"/>
          </a:p>
        </p:txBody>
      </p:sp>
    </p:spTree>
    <p:extLst>
      <p:ext uri="{BB962C8B-B14F-4D97-AF65-F5344CB8AC3E}">
        <p14:creationId xmlns:p14="http://schemas.microsoft.com/office/powerpoint/2010/main" val="21103470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958942-C04C-40F1-99E8-1C41517F691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68E3ADD-11C9-42D0-BFA3-F98F6AE8862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3063B74-3623-4FD1-B664-964925986BDD}"/>
              </a:ext>
            </a:extLst>
          </p:cNvPr>
          <p:cNvSpPr>
            <a:spLocks noGrp="1"/>
          </p:cNvSpPr>
          <p:nvPr>
            <p:ph type="dt" sz="half" idx="10"/>
          </p:nvPr>
        </p:nvSpPr>
        <p:spPr/>
        <p:txBody>
          <a:bodyPr/>
          <a:lstStyle/>
          <a:p>
            <a:fld id="{0D0C2072-8BD3-4A25-9A71-B353EDA33FFA}" type="datetimeFigureOut">
              <a:rPr lang="en-US" smtClean="0"/>
              <a:t>2/17/2020</a:t>
            </a:fld>
            <a:endParaRPr lang="en-US"/>
          </a:p>
        </p:txBody>
      </p:sp>
      <p:sp>
        <p:nvSpPr>
          <p:cNvPr id="5" name="Footer Placeholder 4">
            <a:extLst>
              <a:ext uri="{FF2B5EF4-FFF2-40B4-BE49-F238E27FC236}">
                <a16:creationId xmlns:a16="http://schemas.microsoft.com/office/drawing/2014/main" id="{6DF9D835-6A4F-4F36-9F8F-BE748E9CFAC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ACBE1C8-140C-4147-A376-1ABDE71BFE2D}"/>
              </a:ext>
            </a:extLst>
          </p:cNvPr>
          <p:cNvSpPr>
            <a:spLocks noGrp="1"/>
          </p:cNvSpPr>
          <p:nvPr>
            <p:ph type="sldNum" sz="quarter" idx="12"/>
          </p:nvPr>
        </p:nvSpPr>
        <p:spPr/>
        <p:txBody>
          <a:bodyPr/>
          <a:lstStyle/>
          <a:p>
            <a:fld id="{D959F4CF-452D-4B53-922A-3D4908B867D0}" type="slidenum">
              <a:rPr lang="en-US" smtClean="0"/>
              <a:t>‹#›</a:t>
            </a:fld>
            <a:endParaRPr lang="en-US"/>
          </a:p>
        </p:txBody>
      </p:sp>
    </p:spTree>
    <p:extLst>
      <p:ext uri="{BB962C8B-B14F-4D97-AF65-F5344CB8AC3E}">
        <p14:creationId xmlns:p14="http://schemas.microsoft.com/office/powerpoint/2010/main" val="18082886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7B09CCF-7C7B-4136-BDE4-567531BDAB2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4F15D30-AC82-4E1E-A2EB-6DD31D40484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80C0E00-B2BF-4D27-97F9-B1BE9BA6FC57}"/>
              </a:ext>
            </a:extLst>
          </p:cNvPr>
          <p:cNvSpPr>
            <a:spLocks noGrp="1"/>
          </p:cNvSpPr>
          <p:nvPr>
            <p:ph type="dt" sz="half" idx="10"/>
          </p:nvPr>
        </p:nvSpPr>
        <p:spPr/>
        <p:txBody>
          <a:bodyPr/>
          <a:lstStyle/>
          <a:p>
            <a:fld id="{0D0C2072-8BD3-4A25-9A71-B353EDA33FFA}" type="datetimeFigureOut">
              <a:rPr lang="en-US" smtClean="0"/>
              <a:t>2/17/2020</a:t>
            </a:fld>
            <a:endParaRPr lang="en-US"/>
          </a:p>
        </p:txBody>
      </p:sp>
      <p:sp>
        <p:nvSpPr>
          <p:cNvPr id="5" name="Footer Placeholder 4">
            <a:extLst>
              <a:ext uri="{FF2B5EF4-FFF2-40B4-BE49-F238E27FC236}">
                <a16:creationId xmlns:a16="http://schemas.microsoft.com/office/drawing/2014/main" id="{527374AC-2B7A-49DF-AECF-66C01AA7C63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6ECE792-7477-4529-9E27-B65769AE3395}"/>
              </a:ext>
            </a:extLst>
          </p:cNvPr>
          <p:cNvSpPr>
            <a:spLocks noGrp="1"/>
          </p:cNvSpPr>
          <p:nvPr>
            <p:ph type="sldNum" sz="quarter" idx="12"/>
          </p:nvPr>
        </p:nvSpPr>
        <p:spPr/>
        <p:txBody>
          <a:bodyPr/>
          <a:lstStyle/>
          <a:p>
            <a:fld id="{D959F4CF-452D-4B53-922A-3D4908B867D0}" type="slidenum">
              <a:rPr lang="en-US" smtClean="0"/>
              <a:t>‹#›</a:t>
            </a:fld>
            <a:endParaRPr lang="en-US"/>
          </a:p>
        </p:txBody>
      </p:sp>
    </p:spTree>
    <p:extLst>
      <p:ext uri="{BB962C8B-B14F-4D97-AF65-F5344CB8AC3E}">
        <p14:creationId xmlns:p14="http://schemas.microsoft.com/office/powerpoint/2010/main" val="18329081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Picture Right">
    <p:spTree>
      <p:nvGrpSpPr>
        <p:cNvPr id="1" name=""/>
        <p:cNvGrpSpPr/>
        <p:nvPr/>
      </p:nvGrpSpPr>
      <p:grpSpPr>
        <a:xfrm>
          <a:off x="0" y="0"/>
          <a:ext cx="0" cy="0"/>
          <a:chOff x="0" y="0"/>
          <a:chExt cx="0" cy="0"/>
        </a:xfrm>
      </p:grpSpPr>
      <p:sp>
        <p:nvSpPr>
          <p:cNvPr id="5" name="Picture Placeholder 4"/>
          <p:cNvSpPr>
            <a:spLocks noGrp="1"/>
          </p:cNvSpPr>
          <p:nvPr>
            <p:ph type="pic" sz="quarter" idx="10"/>
          </p:nvPr>
        </p:nvSpPr>
        <p:spPr>
          <a:xfrm>
            <a:off x="7733358" y="-5061"/>
            <a:ext cx="4458642" cy="6863061"/>
          </a:xfrm>
        </p:spPr>
        <p:txBody>
          <a:bodyPr>
            <a:normAutofit/>
          </a:bodyPr>
          <a:lstStyle>
            <a:lvl1pPr>
              <a:defRPr sz="1599"/>
            </a:lvl1pPr>
          </a:lstStyle>
          <a:p>
            <a:r>
              <a:rPr lang="en-US" dirty="0"/>
              <a:t>Click icon to add picture</a:t>
            </a:r>
          </a:p>
        </p:txBody>
      </p:sp>
      <p:sp>
        <p:nvSpPr>
          <p:cNvPr id="7" name="Title 1"/>
          <p:cNvSpPr>
            <a:spLocks noGrp="1"/>
          </p:cNvSpPr>
          <p:nvPr>
            <p:ph type="title"/>
          </p:nvPr>
        </p:nvSpPr>
        <p:spPr>
          <a:xfrm>
            <a:off x="790836" y="447650"/>
            <a:ext cx="10412618" cy="1143000"/>
          </a:xfrm>
        </p:spPr>
        <p:txBody>
          <a:bodyPr>
            <a:normAutofit/>
          </a:bodyPr>
          <a:lstStyle>
            <a:lvl1pPr>
              <a:defRPr sz="3698">
                <a:solidFill>
                  <a:schemeClr val="tx2"/>
                </a:solidFill>
              </a:defRPr>
            </a:lvl1pPr>
          </a:lstStyle>
          <a:p>
            <a:r>
              <a:rPr lang="en-US"/>
              <a:t>Click to edit Master title style</a:t>
            </a:r>
            <a:endParaRPr lang="en-US" dirty="0"/>
          </a:p>
        </p:txBody>
      </p:sp>
      <p:sp>
        <p:nvSpPr>
          <p:cNvPr id="8" name="Text Placeholder 4"/>
          <p:cNvSpPr>
            <a:spLocks noGrp="1"/>
          </p:cNvSpPr>
          <p:nvPr>
            <p:ph type="body" sz="quarter" idx="11" hasCustomPrompt="1"/>
          </p:nvPr>
        </p:nvSpPr>
        <p:spPr>
          <a:xfrm>
            <a:off x="792483" y="447919"/>
            <a:ext cx="10411884" cy="349251"/>
          </a:xfrm>
        </p:spPr>
        <p:txBody>
          <a:bodyPr vert="horz" lIns="134149" tIns="60977" rIns="121954" bIns="60977" rtlCol="0" anchor="ctr">
            <a:noAutofit/>
          </a:bodyPr>
          <a:lstStyle>
            <a:lvl1pPr>
              <a:defRPr lang="en-JM" sz="2099" kern="100" spc="0" baseline="0" dirty="0">
                <a:solidFill>
                  <a:schemeClr val="accent1">
                    <a:lumMod val="75000"/>
                  </a:schemeClr>
                </a:solidFill>
                <a:latin typeface="+mj-lt"/>
              </a:defRPr>
            </a:lvl1pPr>
          </a:lstStyle>
          <a:p>
            <a:pPr marL="0" lvl="0" indent="0">
              <a:buFontTx/>
              <a:buNone/>
            </a:pPr>
            <a:r>
              <a:rPr lang="en-JM" dirty="0"/>
              <a:t>Click to add text</a:t>
            </a:r>
          </a:p>
        </p:txBody>
      </p:sp>
    </p:spTree>
    <p:custDataLst>
      <p:tags r:id="rId1"/>
    </p:custDataLst>
    <p:extLst>
      <p:ext uri="{BB962C8B-B14F-4D97-AF65-F5344CB8AC3E}">
        <p14:creationId xmlns:p14="http://schemas.microsoft.com/office/powerpoint/2010/main" val="24027223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High">
    <p:spTree>
      <p:nvGrpSpPr>
        <p:cNvPr id="1" name=""/>
        <p:cNvGrpSpPr/>
        <p:nvPr/>
      </p:nvGrpSpPr>
      <p:grpSpPr>
        <a:xfrm>
          <a:off x="0" y="0"/>
          <a:ext cx="0" cy="0"/>
          <a:chOff x="0" y="0"/>
          <a:chExt cx="0" cy="0"/>
        </a:xfrm>
      </p:grpSpPr>
      <p:sp>
        <p:nvSpPr>
          <p:cNvPr id="6" name="Picture Placeholder 5"/>
          <p:cNvSpPr>
            <a:spLocks noGrp="1"/>
          </p:cNvSpPr>
          <p:nvPr>
            <p:ph type="pic" sz="quarter" idx="12"/>
          </p:nvPr>
        </p:nvSpPr>
        <p:spPr>
          <a:xfrm>
            <a:off x="0" y="0"/>
            <a:ext cx="12192000" cy="6858000"/>
          </a:xfrm>
        </p:spPr>
        <p:txBody>
          <a:bodyPr/>
          <a:lstStyle/>
          <a:p>
            <a:r>
              <a:rPr lang="en-US" dirty="0"/>
              <a:t>Click icon to add picture</a:t>
            </a:r>
          </a:p>
        </p:txBody>
      </p:sp>
      <p:sp>
        <p:nvSpPr>
          <p:cNvPr id="4" name="Slide Number Placeholder 3"/>
          <p:cNvSpPr>
            <a:spLocks noGrp="1"/>
          </p:cNvSpPr>
          <p:nvPr>
            <p:ph type="sldNum" sz="quarter" idx="11"/>
          </p:nvPr>
        </p:nvSpPr>
        <p:spPr>
          <a:xfrm>
            <a:off x="312" y="2203704"/>
            <a:ext cx="611681" cy="365125"/>
          </a:xfrm>
        </p:spPr>
        <p:txBody>
          <a:bodyPr/>
          <a:lstStyle/>
          <a:p>
            <a:fld id="{2760AF0F-E753-4DD9-B8E5-577C039A067C}" type="slidenum">
              <a:rPr lang="en-JM" smtClean="0"/>
              <a:t>‹#›</a:t>
            </a:fld>
            <a:endParaRPr lang="en-JM" dirty="0"/>
          </a:p>
        </p:txBody>
      </p:sp>
      <p:sp>
        <p:nvSpPr>
          <p:cNvPr id="2" name="Title 1"/>
          <p:cNvSpPr>
            <a:spLocks noGrp="1"/>
          </p:cNvSpPr>
          <p:nvPr>
            <p:ph type="title"/>
          </p:nvPr>
        </p:nvSpPr>
        <p:spPr>
          <a:xfrm>
            <a:off x="994035" y="2148840"/>
            <a:ext cx="10412618" cy="1143000"/>
          </a:xfrm>
        </p:spPr>
        <p:txBody>
          <a:bodyPr vert="horz" lIns="121954" tIns="60977" rIns="121954" bIns="60977" rtlCol="0" anchor="ctr">
            <a:normAutofit/>
          </a:bodyPr>
          <a:lstStyle>
            <a:lvl1pPr>
              <a:defRPr lang="en-US" dirty="0">
                <a:solidFill>
                  <a:schemeClr val="accent3"/>
                </a:solidFill>
                <a:ea typeface="Titillium Web"/>
                <a:cs typeface="Titillium WebLight"/>
              </a:defRPr>
            </a:lvl1pPr>
          </a:lstStyle>
          <a:p>
            <a:pPr marL="0" lvl="0">
              <a:spcBef>
                <a:spcPts val="3199"/>
              </a:spcBef>
            </a:pPr>
            <a:r>
              <a:rPr lang="en-US"/>
              <a:t>Click to edit Master title style</a:t>
            </a:r>
            <a:endParaRPr lang="en-US" dirty="0"/>
          </a:p>
        </p:txBody>
      </p:sp>
    </p:spTree>
    <p:custDataLst>
      <p:tags r:id="rId1"/>
    </p:custDataLst>
    <p:extLst>
      <p:ext uri="{BB962C8B-B14F-4D97-AF65-F5344CB8AC3E}">
        <p14:creationId xmlns:p14="http://schemas.microsoft.com/office/powerpoint/2010/main" val="4839438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C7B3FC9-C82C-4E66-897B-41B698DCF75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0DE27A5-E502-469C-B53F-E630AFD00B3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7A6E335-7207-4CBB-A7F2-D2136B531BD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D0C2072-8BD3-4A25-9A71-B353EDA33FFA}" type="datetimeFigureOut">
              <a:rPr lang="en-US" smtClean="0"/>
              <a:t>2/17/2020</a:t>
            </a:fld>
            <a:endParaRPr lang="en-US"/>
          </a:p>
        </p:txBody>
      </p:sp>
      <p:sp>
        <p:nvSpPr>
          <p:cNvPr id="5" name="Footer Placeholder 4">
            <a:extLst>
              <a:ext uri="{FF2B5EF4-FFF2-40B4-BE49-F238E27FC236}">
                <a16:creationId xmlns:a16="http://schemas.microsoft.com/office/drawing/2014/main" id="{5DF2802D-EEF4-4CB8-92D5-F7EE6E80A0C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C95A06F-B5C0-4E19-B5B8-AA1C9B19ED0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959F4CF-452D-4B53-922A-3D4908B867D0}" type="slidenum">
              <a:rPr lang="en-US" smtClean="0"/>
              <a:t>‹#›</a:t>
            </a:fld>
            <a:endParaRPr lang="en-US"/>
          </a:p>
        </p:txBody>
      </p:sp>
    </p:spTree>
    <p:extLst>
      <p:ext uri="{BB962C8B-B14F-4D97-AF65-F5344CB8AC3E}">
        <p14:creationId xmlns:p14="http://schemas.microsoft.com/office/powerpoint/2010/main" val="4189694600"/>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4.xml"/><Relationship Id="rId1" Type="http://schemas.openxmlformats.org/officeDocument/2006/relationships/tags" Target="../tags/tag3.xml"/><Relationship Id="rId5" Type="http://schemas.openxmlformats.org/officeDocument/2006/relationships/slide" Target="slide8.xml"/><Relationship Id="rId4" Type="http://schemas.openxmlformats.org/officeDocument/2006/relationships/slide" Target="slide4.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4.xml"/><Relationship Id="rId1" Type="http://schemas.openxmlformats.org/officeDocument/2006/relationships/tags" Target="../tags/tag4.xml"/><Relationship Id="rId5" Type="http://schemas.openxmlformats.org/officeDocument/2006/relationships/slide" Target="slide8.xml"/><Relationship Id="rId4" Type="http://schemas.openxmlformats.org/officeDocument/2006/relationships/slide" Target="slide5.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2.xml"/><Relationship Id="rId1" Type="http://schemas.openxmlformats.org/officeDocument/2006/relationships/tags" Target="../tags/tag5.xml"/><Relationship Id="rId5" Type="http://schemas.openxmlformats.org/officeDocument/2006/relationships/slide" Target="slide7.xml"/><Relationship Id="rId4" Type="http://schemas.openxmlformats.org/officeDocument/2006/relationships/slide" Target="slide6.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2.xml"/><Relationship Id="rId1" Type="http://schemas.openxmlformats.org/officeDocument/2006/relationships/tags" Target="../tags/tag6.xml"/><Relationship Id="rId4" Type="http://schemas.openxmlformats.org/officeDocument/2006/relationships/slide" Target="slide22.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2.xml"/><Relationship Id="rId1" Type="http://schemas.openxmlformats.org/officeDocument/2006/relationships/tags" Target="../tags/tag7.xml"/><Relationship Id="rId4" Type="http://schemas.openxmlformats.org/officeDocument/2006/relationships/slide" Target="slide10.xml"/></Relationships>
</file>

<file path=ppt/slides/_rels/slide8.xml.rels><?xml version="1.0" encoding="UTF-8" standalone="yes"?>
<Relationships xmlns="http://schemas.openxmlformats.org/package/2006/relationships"><Relationship Id="rId3" Type="http://schemas.openxmlformats.org/officeDocument/2006/relationships/slide" Target="slide9.xml"/><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slide" Target="slide10.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2.xml"/><Relationship Id="rId1" Type="http://schemas.openxmlformats.org/officeDocument/2006/relationships/tags" Target="../tags/tag8.xml"/><Relationship Id="rId4" Type="http://schemas.openxmlformats.org/officeDocument/2006/relationships/slide" Target="slide22.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2.xml"/><Relationship Id="rId1" Type="http://schemas.openxmlformats.org/officeDocument/2006/relationships/tags" Target="../tags/tag9.xml"/><Relationship Id="rId6" Type="http://schemas.openxmlformats.org/officeDocument/2006/relationships/slide" Target="slide12.xml"/><Relationship Id="rId5" Type="http://schemas.openxmlformats.org/officeDocument/2006/relationships/slide" Target="slide13.xml"/><Relationship Id="rId4" Type="http://schemas.openxmlformats.org/officeDocument/2006/relationships/slide" Target="slide11.xml"/></Relationships>
</file>

<file path=ppt/slides/_rels/slide11.xml.rels><?xml version="1.0" encoding="UTF-8" standalone="yes"?>
<Relationships xmlns="http://schemas.openxmlformats.org/package/2006/relationships"><Relationship Id="rId3" Type="http://schemas.openxmlformats.org/officeDocument/2006/relationships/slide" Target="slide12.xml"/><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slide" Target="slide14.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2.xml"/><Relationship Id="rId1" Type="http://schemas.openxmlformats.org/officeDocument/2006/relationships/tags" Target="../tags/tag10.xml"/><Relationship Id="rId4" Type="http://schemas.openxmlformats.org/officeDocument/2006/relationships/slide" Target="slide22.xml"/></Relationships>
</file>

<file path=ppt/slides/_rels/slide13.xml.rels><?xml version="1.0" encoding="UTF-8" standalone="yes"?>
<Relationships xmlns="http://schemas.openxmlformats.org/package/2006/relationships"><Relationship Id="rId3" Type="http://schemas.openxmlformats.org/officeDocument/2006/relationships/slide" Target="slide12.xml"/><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slide" Target="slide9.xml"/><Relationship Id="rId5" Type="http://schemas.openxmlformats.org/officeDocument/2006/relationships/slide" Target="slide15.xml"/><Relationship Id="rId4" Type="http://schemas.openxmlformats.org/officeDocument/2006/relationships/slide" Target="slide14.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2.xml"/><Relationship Id="rId1" Type="http://schemas.openxmlformats.org/officeDocument/2006/relationships/tags" Target="../tags/tag11.xml"/><Relationship Id="rId6" Type="http://schemas.openxmlformats.org/officeDocument/2006/relationships/slide" Target="slide17.xml"/><Relationship Id="rId5" Type="http://schemas.openxmlformats.org/officeDocument/2006/relationships/slide" Target="slide12.xml"/><Relationship Id="rId4" Type="http://schemas.openxmlformats.org/officeDocument/2006/relationships/slide" Target="slide16.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3.xml"/><Relationship Id="rId7" Type="http://schemas.openxmlformats.org/officeDocument/2006/relationships/slide" Target="slide18.xml"/><Relationship Id="rId2" Type="http://schemas.openxmlformats.org/officeDocument/2006/relationships/slideLayout" Target="../slideLayouts/slideLayout12.xml"/><Relationship Id="rId1" Type="http://schemas.openxmlformats.org/officeDocument/2006/relationships/tags" Target="../tags/tag12.xml"/><Relationship Id="rId6" Type="http://schemas.openxmlformats.org/officeDocument/2006/relationships/slide" Target="slide17.xml"/><Relationship Id="rId5" Type="http://schemas.openxmlformats.org/officeDocument/2006/relationships/slide" Target="slide12.xml"/><Relationship Id="rId4" Type="http://schemas.openxmlformats.org/officeDocument/2006/relationships/slide" Target="slide16.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2.xml"/><Relationship Id="rId1" Type="http://schemas.openxmlformats.org/officeDocument/2006/relationships/tags" Target="../tags/tag13.xml"/><Relationship Id="rId4" Type="http://schemas.openxmlformats.org/officeDocument/2006/relationships/slide" Target="slide22.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2.xml"/><Relationship Id="rId1" Type="http://schemas.openxmlformats.org/officeDocument/2006/relationships/tags" Target="../tags/tag14.xml"/><Relationship Id="rId6" Type="http://schemas.openxmlformats.org/officeDocument/2006/relationships/slide" Target="slide11.xml"/><Relationship Id="rId5" Type="http://schemas.openxmlformats.org/officeDocument/2006/relationships/slide" Target="slide20.xml"/><Relationship Id="rId4" Type="http://schemas.openxmlformats.org/officeDocument/2006/relationships/slide" Target="slide19.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2.xml"/><Relationship Id="rId1" Type="http://schemas.openxmlformats.org/officeDocument/2006/relationships/tags" Target="../tags/tag15.xml"/><Relationship Id="rId6" Type="http://schemas.openxmlformats.org/officeDocument/2006/relationships/slide" Target="slide11.xml"/><Relationship Id="rId5" Type="http://schemas.openxmlformats.org/officeDocument/2006/relationships/slide" Target="slide21.xml"/><Relationship Id="rId4" Type="http://schemas.openxmlformats.org/officeDocument/2006/relationships/slide" Target="slide23.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7.xml"/><Relationship Id="rId7" Type="http://schemas.openxmlformats.org/officeDocument/2006/relationships/slide" Target="slide24.xml"/><Relationship Id="rId2" Type="http://schemas.openxmlformats.org/officeDocument/2006/relationships/slideLayout" Target="../slideLayouts/slideLayout12.xml"/><Relationship Id="rId1" Type="http://schemas.openxmlformats.org/officeDocument/2006/relationships/tags" Target="../tags/tag16.xml"/><Relationship Id="rId6" Type="http://schemas.openxmlformats.org/officeDocument/2006/relationships/slide" Target="slide16.xml"/><Relationship Id="rId5" Type="http://schemas.openxmlformats.org/officeDocument/2006/relationships/slide" Target="slide11.xml"/><Relationship Id="rId4" Type="http://schemas.openxmlformats.org/officeDocument/2006/relationships/slide" Target="slide23.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8.xml"/><Relationship Id="rId7" Type="http://schemas.openxmlformats.org/officeDocument/2006/relationships/slide" Target="slide24.xml"/><Relationship Id="rId2" Type="http://schemas.openxmlformats.org/officeDocument/2006/relationships/slideLayout" Target="../slideLayouts/slideLayout12.xml"/><Relationship Id="rId1" Type="http://schemas.openxmlformats.org/officeDocument/2006/relationships/tags" Target="../tags/tag17.xml"/><Relationship Id="rId6" Type="http://schemas.openxmlformats.org/officeDocument/2006/relationships/slide" Target="slide16.xml"/><Relationship Id="rId5" Type="http://schemas.openxmlformats.org/officeDocument/2006/relationships/slide" Target="slide11.xml"/><Relationship Id="rId4" Type="http://schemas.openxmlformats.org/officeDocument/2006/relationships/slide" Target="slide23.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2.xml"/><Relationship Id="rId1" Type="http://schemas.openxmlformats.org/officeDocument/2006/relationships/tags" Target="../tags/tag18.xml"/><Relationship Id="rId6" Type="http://schemas.openxmlformats.org/officeDocument/2006/relationships/slide" Target="slide11.xml"/><Relationship Id="rId5" Type="http://schemas.openxmlformats.org/officeDocument/2006/relationships/slide" Target="slide24.xml"/><Relationship Id="rId4" Type="http://schemas.openxmlformats.org/officeDocument/2006/relationships/slide" Target="slide23.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3.xml"/><Relationship Id="rId1" Type="http://schemas.openxmlformats.org/officeDocument/2006/relationships/tags" Target="../tags/tag19.xml"/><Relationship Id="rId4" Type="http://schemas.openxmlformats.org/officeDocument/2006/relationships/slide" Target="slide3.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3.xml"/><Relationship Id="rId1" Type="http://schemas.openxmlformats.org/officeDocument/2006/relationships/tags" Target="../tags/tag20.xml"/><Relationship Id="rId4" Type="http://schemas.openxmlformats.org/officeDocument/2006/relationships/slide" Target="slide3.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3.xml"/><Relationship Id="rId1" Type="http://schemas.openxmlformats.org/officeDocument/2006/relationships/tags" Target="../tags/tag21.xml"/><Relationship Id="rId4" Type="http://schemas.openxmlformats.org/officeDocument/2006/relationships/slide" Target="slide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4841724-D9D1-4B7F-854D-0D5CB77EC621}"/>
              </a:ext>
            </a:extLst>
          </p:cNvPr>
          <p:cNvSpPr/>
          <p:nvPr/>
        </p:nvSpPr>
        <p:spPr>
          <a:xfrm>
            <a:off x="0" y="3572"/>
            <a:ext cx="12191998" cy="6836640"/>
          </a:xfrm>
          <a:prstGeom prst="rect">
            <a:avLst/>
          </a:prstGeom>
          <a:ln/>
        </p:spPr>
        <p:style>
          <a:lnRef idx="1">
            <a:schemeClr val="accent1"/>
          </a:lnRef>
          <a:fillRef idx="2">
            <a:schemeClr val="accent1"/>
          </a:fillRef>
          <a:effectRef idx="1">
            <a:schemeClr val="accent1"/>
          </a:effectRef>
          <a:fontRef idx="minor">
            <a:schemeClr val="dk1"/>
          </a:fontRef>
        </p:style>
        <p:txBody>
          <a:bodyPr lIns="121891" tIns="60945" rIns="121891" bIns="60945" rtlCol="0" anchor="ctr">
            <a:noAutofit/>
          </a:bodyPr>
          <a:lstStyle/>
          <a:p>
            <a:pPr marL="342900" indent="-342900" algn="ctr">
              <a:buAutoNum type="arabicPeriod" startAt="3"/>
            </a:pPr>
            <a:endParaRPr lang="en-US" sz="2350" dirty="0">
              <a:cs typeface="Calibri"/>
            </a:endParaRPr>
          </a:p>
          <a:p>
            <a:pPr algn="ctr"/>
            <a:endParaRPr lang="en-US" sz="2350" dirty="0">
              <a:cs typeface="Calibri"/>
            </a:endParaRPr>
          </a:p>
        </p:txBody>
      </p:sp>
      <p:sp>
        <p:nvSpPr>
          <p:cNvPr id="7" name="Rectangle 6">
            <a:extLst>
              <a:ext uri="{FF2B5EF4-FFF2-40B4-BE49-F238E27FC236}">
                <a16:creationId xmlns:a16="http://schemas.microsoft.com/office/drawing/2014/main" id="{6CBB92FD-FE8D-4C01-836C-8EAEF640C96B}"/>
              </a:ext>
            </a:extLst>
          </p:cNvPr>
          <p:cNvSpPr/>
          <p:nvPr/>
        </p:nvSpPr>
        <p:spPr>
          <a:xfrm>
            <a:off x="0" y="2172064"/>
            <a:ext cx="12192000" cy="4668147"/>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D6A929D-7ED3-4758-A6B8-4AAD4FCA7FAF}"/>
              </a:ext>
            </a:extLst>
          </p:cNvPr>
          <p:cNvSpPr>
            <a:spLocks noGrp="1"/>
          </p:cNvSpPr>
          <p:nvPr>
            <p:ph type="ctrTitle"/>
          </p:nvPr>
        </p:nvSpPr>
        <p:spPr>
          <a:xfrm>
            <a:off x="449257" y="1679187"/>
            <a:ext cx="5820032" cy="1210548"/>
          </a:xfrm>
        </p:spPr>
        <p:txBody>
          <a:bodyPr>
            <a:normAutofit/>
          </a:bodyPr>
          <a:lstStyle/>
          <a:p>
            <a:pPr algn="l"/>
            <a:r>
              <a:rPr lang="en-US" sz="2400" b="1" dirty="0"/>
              <a:t>Module 3: </a:t>
            </a:r>
            <a:r>
              <a:rPr lang="en-US" sz="2400" dirty="0"/>
              <a:t>Computer Hardware</a:t>
            </a:r>
          </a:p>
        </p:txBody>
      </p:sp>
      <p:sp>
        <p:nvSpPr>
          <p:cNvPr id="3" name="Subtitle 2">
            <a:extLst>
              <a:ext uri="{FF2B5EF4-FFF2-40B4-BE49-F238E27FC236}">
                <a16:creationId xmlns:a16="http://schemas.microsoft.com/office/drawing/2014/main" id="{C3D3574A-55C6-4C6B-B364-D649DC6158EE}"/>
              </a:ext>
            </a:extLst>
          </p:cNvPr>
          <p:cNvSpPr>
            <a:spLocks noGrp="1"/>
          </p:cNvSpPr>
          <p:nvPr>
            <p:ph type="subTitle" idx="1"/>
          </p:nvPr>
        </p:nvSpPr>
        <p:spPr>
          <a:xfrm>
            <a:off x="1248506" y="259937"/>
            <a:ext cx="9694985" cy="1655762"/>
          </a:xfrm>
        </p:spPr>
        <p:txBody>
          <a:bodyPr vert="horz" lIns="121954" tIns="60977" rIns="121954" bIns="60977" rtlCol="0" anchor="ctr">
            <a:normAutofit/>
          </a:bodyPr>
          <a:lstStyle/>
          <a:p>
            <a:pPr>
              <a:spcBef>
                <a:spcPct val="0"/>
              </a:spcBef>
            </a:pPr>
            <a:r>
              <a:rPr lang="en-US" sz="5400" dirty="0">
                <a:latin typeface="+mj-lt"/>
                <a:cs typeface="Calibri Light"/>
              </a:rPr>
              <a:t>Selecting a Computer</a:t>
            </a:r>
          </a:p>
        </p:txBody>
      </p:sp>
      <p:sp>
        <p:nvSpPr>
          <p:cNvPr id="6" name="Subtitle 2">
            <a:extLst>
              <a:ext uri="{FF2B5EF4-FFF2-40B4-BE49-F238E27FC236}">
                <a16:creationId xmlns:a16="http://schemas.microsoft.com/office/drawing/2014/main" id="{01CAFD91-ECFA-46D1-8578-C56F73A6B70D}"/>
              </a:ext>
            </a:extLst>
          </p:cNvPr>
          <p:cNvSpPr txBox="1">
            <a:spLocks/>
          </p:cNvSpPr>
          <p:nvPr/>
        </p:nvSpPr>
        <p:spPr>
          <a:xfrm>
            <a:off x="449257" y="3017917"/>
            <a:ext cx="11742743" cy="3580146"/>
          </a:xfrm>
          <a:prstGeom prst="rect">
            <a:avLst/>
          </a:prstGeom>
        </p:spPr>
        <p:txBody>
          <a:bodyPr vert="horz" lIns="91440" tIns="45720" rIns="91440" bIns="45720" rtlCol="0" anchor="t">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b="1" dirty="0">
                <a:latin typeface="+mj-lt"/>
              </a:rPr>
              <a:t>Lesson 3.1: </a:t>
            </a:r>
            <a:r>
              <a:rPr lang="en-US" dirty="0">
                <a:latin typeface="+mj-lt"/>
              </a:rPr>
              <a:t>Categorize the various types of computer hardware</a:t>
            </a:r>
          </a:p>
          <a:p>
            <a:pPr algn="l"/>
            <a:r>
              <a:rPr lang="en-US" b="1" i="1" dirty="0">
                <a:latin typeface="+mj-lt"/>
              </a:rPr>
              <a:t>Learning objectives:</a:t>
            </a:r>
          </a:p>
          <a:p>
            <a:pPr algn="l"/>
            <a:r>
              <a:rPr lang="en-US" dirty="0">
                <a:latin typeface="+mj-lt"/>
              </a:rPr>
              <a:t>3.1.1 Define each component of computer hardware. </a:t>
            </a:r>
          </a:p>
          <a:p>
            <a:pPr algn="l"/>
            <a:r>
              <a:rPr lang="en-US" dirty="0">
                <a:latin typeface="+mj-lt"/>
              </a:rPr>
              <a:t>3.1.2 Visually identify types of computer hardware. </a:t>
            </a:r>
          </a:p>
          <a:p>
            <a:pPr algn="l"/>
            <a:r>
              <a:rPr lang="en-US" dirty="0">
                <a:latin typeface="+mj-lt"/>
              </a:rPr>
              <a:t>3.1.4 Explain the benefits of internal, external, and cloud-based storage solutions.</a:t>
            </a:r>
          </a:p>
          <a:p>
            <a:pPr algn="l"/>
            <a:r>
              <a:rPr lang="en-US" dirty="0">
                <a:latin typeface="+mj-lt"/>
              </a:rPr>
              <a:t>3.1.5 Explain the pros and cons of using different types of computers, including all-in-ones, tablets, mobile devices, and desktop computers. </a:t>
            </a:r>
          </a:p>
          <a:p>
            <a:pPr algn="l"/>
            <a:r>
              <a:rPr lang="en-US" dirty="0">
                <a:latin typeface="+mj-lt"/>
              </a:rPr>
              <a:t>3.1.6 Determine which hardware features are personally necessary to consider when purchasing a computer.  </a:t>
            </a:r>
          </a:p>
          <a:p>
            <a:endParaRPr lang="en-US" dirty="0">
              <a:latin typeface="+mj-lt"/>
              <a:cs typeface="Calibri"/>
            </a:endParaRPr>
          </a:p>
        </p:txBody>
      </p:sp>
    </p:spTree>
    <p:extLst>
      <p:ext uri="{BB962C8B-B14F-4D97-AF65-F5344CB8AC3E}">
        <p14:creationId xmlns:p14="http://schemas.microsoft.com/office/powerpoint/2010/main" val="37562101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F0E451-16E5-41A5-A6F0-794B2B41EE18}"/>
              </a:ext>
            </a:extLst>
          </p:cNvPr>
          <p:cNvSpPr txBox="1">
            <a:spLocks/>
          </p:cNvSpPr>
          <p:nvPr/>
        </p:nvSpPr>
        <p:spPr>
          <a:xfrm>
            <a:off x="790836" y="447650"/>
            <a:ext cx="10412618" cy="114300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50" dirty="0"/>
              <a:t>Selecting a Computer</a:t>
            </a:r>
            <a:endParaRPr lang="en-JM" dirty="0"/>
          </a:p>
        </p:txBody>
      </p:sp>
      <p:sp>
        <p:nvSpPr>
          <p:cNvPr id="3" name="Text Placeholder 5">
            <a:extLst>
              <a:ext uri="{FF2B5EF4-FFF2-40B4-BE49-F238E27FC236}">
                <a16:creationId xmlns:a16="http://schemas.microsoft.com/office/drawing/2014/main" id="{EDB29AE2-F366-419B-98D5-E929C1360962}"/>
              </a:ext>
            </a:extLst>
          </p:cNvPr>
          <p:cNvSpPr txBox="1">
            <a:spLocks/>
          </p:cNvSpPr>
          <p:nvPr/>
        </p:nvSpPr>
        <p:spPr>
          <a:xfrm>
            <a:off x="790835" y="1226127"/>
            <a:ext cx="11189883" cy="5548745"/>
          </a:xfrm>
          <a:prstGeom prst="rect">
            <a:avLst/>
          </a:prstGeom>
        </p:spPr>
        <p:txBody>
          <a:bodyPr lIns="121891" tIns="60945" rIns="121891" bIns="60945" anchor="t">
            <a:noAutofit/>
          </a:bodyPr>
          <a:lstStyle>
            <a:lvl1pPr marL="342900" indent="-342900" algn="l" defTabSz="914400" rtl="0" eaLnBrk="1" latinLnBrk="0" hangingPunct="1">
              <a:spcBef>
                <a:spcPct val="20000"/>
              </a:spcBef>
              <a:buFont typeface="Arial" pitchFamily="34" charset="0"/>
              <a:buChar char="•"/>
              <a:defRPr sz="2000" kern="1200">
                <a:solidFill>
                  <a:schemeClr val="tx1">
                    <a:lumMod val="85000"/>
                    <a:lumOff val="1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800" kern="1200">
                <a:solidFill>
                  <a:schemeClr val="tx1">
                    <a:lumMod val="85000"/>
                    <a:lumOff val="1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600" kern="1200">
                <a:solidFill>
                  <a:schemeClr val="tx1">
                    <a:lumMod val="85000"/>
                    <a:lumOff val="1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400" kern="1200">
                <a:solidFill>
                  <a:schemeClr val="tx1">
                    <a:lumMod val="85000"/>
                    <a:lumOff val="1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400" kern="1200">
                <a:solidFill>
                  <a:schemeClr val="tx1">
                    <a:lumMod val="85000"/>
                    <a:lumOff val="1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None/>
            </a:pPr>
            <a:r>
              <a:rPr lang="en-US" i="1" dirty="0">
                <a:solidFill>
                  <a:schemeClr val="tx2"/>
                </a:solidFill>
              </a:rPr>
              <a:t>Student Takeaways</a:t>
            </a:r>
          </a:p>
          <a:p>
            <a:pPr>
              <a:buNone/>
            </a:pPr>
            <a:r>
              <a:rPr lang="en-US" dirty="0">
                <a:solidFill>
                  <a:schemeClr val="tx2"/>
                </a:solidFill>
              </a:rPr>
              <a:t>In this simulation, students must decide:</a:t>
            </a:r>
          </a:p>
          <a:p>
            <a:pPr>
              <a:buNone/>
            </a:pPr>
            <a:r>
              <a:rPr lang="en-US" dirty="0">
                <a:solidFill>
                  <a:schemeClr val="tx2"/>
                </a:solidFill>
              </a:rPr>
              <a:t>•	Which type of computer and storage system is best for them</a:t>
            </a:r>
          </a:p>
          <a:p>
            <a:pPr>
              <a:buNone/>
            </a:pPr>
            <a:r>
              <a:rPr lang="en-US" dirty="0">
                <a:solidFill>
                  <a:schemeClr val="tx2"/>
                </a:solidFill>
              </a:rPr>
              <a:t>•	Which hardware features meet their needs</a:t>
            </a:r>
          </a:p>
          <a:p>
            <a:pPr>
              <a:buNone/>
            </a:pPr>
            <a:endParaRPr lang="en-US" dirty="0">
              <a:solidFill>
                <a:schemeClr val="tx2"/>
              </a:solidFill>
            </a:endParaRPr>
          </a:p>
          <a:p>
            <a:pPr>
              <a:buNone/>
            </a:pPr>
            <a:r>
              <a:rPr lang="en-US" i="1" dirty="0">
                <a:solidFill>
                  <a:schemeClr val="tx2"/>
                </a:solidFill>
              </a:rPr>
              <a:t>Student Tips</a:t>
            </a:r>
          </a:p>
          <a:p>
            <a:pPr>
              <a:buFont typeface="Wingdings" panose="05000000000000000000" pitchFamily="2" charset="2"/>
              <a:buChar char="ü"/>
            </a:pPr>
            <a:r>
              <a:rPr lang="en-US" dirty="0">
                <a:solidFill>
                  <a:schemeClr val="tx2"/>
                </a:solidFill>
              </a:rPr>
              <a:t>This scenario gives you the opportunity to decide what kind of computer is most appropriate for the scenario. At each step, think carefully about what hardware and features are needed most while staying within your budget.</a:t>
            </a:r>
          </a:p>
          <a:p>
            <a:pPr>
              <a:buFont typeface="Wingdings" panose="05000000000000000000" pitchFamily="2" charset="2"/>
              <a:buChar char="ü"/>
            </a:pPr>
            <a:r>
              <a:rPr lang="en-US" dirty="0">
                <a:solidFill>
                  <a:schemeClr val="tx2"/>
                </a:solidFill>
              </a:rPr>
              <a:t>Think carefully about what kind of system will best meet the needs of the user.</a:t>
            </a:r>
          </a:p>
          <a:p>
            <a:pPr>
              <a:buFont typeface="Wingdings" panose="05000000000000000000" pitchFamily="2" charset="2"/>
              <a:buChar char="ü"/>
            </a:pPr>
            <a:r>
              <a:rPr lang="en-US" dirty="0">
                <a:solidFill>
                  <a:schemeClr val="tx2"/>
                </a:solidFill>
              </a:rPr>
              <a:t>Consider which information sources will provide you with the most reliable and relevant information.</a:t>
            </a:r>
          </a:p>
          <a:p>
            <a:pPr>
              <a:buFont typeface="Wingdings" panose="05000000000000000000" pitchFamily="2" charset="2"/>
              <a:buChar char="ü"/>
            </a:pPr>
            <a:r>
              <a:rPr lang="en-US" dirty="0">
                <a:solidFill>
                  <a:schemeClr val="tx2"/>
                </a:solidFill>
              </a:rPr>
              <a:t>Make sure that both hardware and software choices are appropriate to the demands of the work and the need for portability while trying to stay within budget.</a:t>
            </a:r>
          </a:p>
          <a:p>
            <a:pPr>
              <a:buFont typeface="Wingdings" panose="05000000000000000000" pitchFamily="2" charset="2"/>
              <a:buChar char="ü"/>
            </a:pPr>
            <a:r>
              <a:rPr lang="en-US" dirty="0">
                <a:solidFill>
                  <a:schemeClr val="tx2"/>
                </a:solidFill>
              </a:rPr>
              <a:t>Consider what tradeoffs you can reasonably make with the new computer to be able to also purchase a printer.</a:t>
            </a:r>
            <a:endParaRPr lang="en-JM" dirty="0">
              <a:solidFill>
                <a:schemeClr val="tx2"/>
              </a:solidFill>
            </a:endParaRPr>
          </a:p>
        </p:txBody>
      </p:sp>
    </p:spTree>
    <p:extLst>
      <p:ext uri="{BB962C8B-B14F-4D97-AF65-F5344CB8AC3E}">
        <p14:creationId xmlns:p14="http://schemas.microsoft.com/office/powerpoint/2010/main" val="27447748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CAE1ECA0-4ACE-481C-A7B3-307E60CB66F9}"/>
              </a:ext>
            </a:extLst>
          </p:cNvPr>
          <p:cNvSpPr>
            <a:spLocks noGrp="1"/>
          </p:cNvSpPr>
          <p:nvPr>
            <p:ph type="title"/>
          </p:nvPr>
        </p:nvSpPr>
        <p:spPr>
          <a:xfrm>
            <a:off x="571365" y="-53163"/>
            <a:ext cx="10515600" cy="1325563"/>
          </a:xfrm>
        </p:spPr>
        <p:txBody>
          <a:bodyPr/>
          <a:lstStyle/>
          <a:p>
            <a:r>
              <a:rPr lang="en-JM" dirty="0"/>
              <a:t>Introduction</a:t>
            </a:r>
          </a:p>
        </p:txBody>
      </p:sp>
      <p:sp>
        <p:nvSpPr>
          <p:cNvPr id="2" name="TextBox 1">
            <a:extLst>
              <a:ext uri="{FF2B5EF4-FFF2-40B4-BE49-F238E27FC236}">
                <a16:creationId xmlns:a16="http://schemas.microsoft.com/office/drawing/2014/main" id="{8E61185D-0285-4C9D-8544-02C370D1F1FF}"/>
              </a:ext>
            </a:extLst>
          </p:cNvPr>
          <p:cNvSpPr txBox="1"/>
          <p:nvPr/>
        </p:nvSpPr>
        <p:spPr>
          <a:xfrm>
            <a:off x="571365" y="1135305"/>
            <a:ext cx="10515600" cy="4670509"/>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defTabSz="457200">
              <a:defRPr/>
            </a:pPr>
            <a:r>
              <a:rPr lang="en-US" sz="2050" dirty="0">
                <a:solidFill>
                  <a:srgbClr val="44546A"/>
                </a:solidFill>
                <a:latin typeface="Calibri" panose="020F0502020204030204"/>
                <a:cs typeface="Calibri"/>
              </a:rPr>
              <a:t>After work today, you were excited and nervous to find a letter in the mail from a local service organization where you applied for a technology scholarship. You quickly rip open the letter, and immediately see that the first sentence says "Congratulations! You've been awarded a $750 scholarship to be used for purchasing technology equipment as you begin your college courses this fall." This is amazing! Living on a college student's budget is tough, and this was the only way you were going to be able to buy your own computer. You're also hoping to be able to get a printer as well so you won't have to go to a computer lab every time you need to print something. The letter says the check will arrive within a week, and you have to report back within 30 days on how you spent the money. Time to start researching! </a:t>
            </a:r>
          </a:p>
          <a:p>
            <a:pPr defTabSz="457200">
              <a:defRPr/>
            </a:pPr>
            <a:endParaRPr lang="en-US" sz="2050" dirty="0">
              <a:solidFill>
                <a:srgbClr val="44546A"/>
              </a:solidFill>
              <a:latin typeface="Calibri" panose="020F0502020204030204"/>
              <a:cs typeface="Calibri"/>
            </a:endParaRPr>
          </a:p>
          <a:p>
            <a:pPr defTabSz="457200">
              <a:defRPr/>
            </a:pPr>
            <a:endParaRPr lang="en-US" sz="2050" dirty="0">
              <a:solidFill>
                <a:srgbClr val="44546A"/>
              </a:solidFill>
              <a:latin typeface="Calibri" panose="020F0502020204030204"/>
              <a:cs typeface="Calibri"/>
            </a:endParaRPr>
          </a:p>
          <a:p>
            <a:endParaRPr lang="en-US" dirty="0">
              <a:cs typeface="Calibri"/>
            </a:endParaRPr>
          </a:p>
          <a:p>
            <a:r>
              <a:rPr lang="en-US" dirty="0">
                <a:cs typeface="Calibri"/>
                <a:hlinkClick r:id="rId4" action="ppaction://hlinksldjump"/>
              </a:rPr>
              <a:t>Continue</a:t>
            </a:r>
            <a:endParaRPr lang="en-US" b="1" dirty="0">
              <a:solidFill>
                <a:schemeClr val="tx2"/>
              </a:solidFill>
              <a:ea typeface="Calibri"/>
              <a:cs typeface="Calibri"/>
            </a:endParaRPr>
          </a:p>
          <a:p>
            <a:endParaRPr lang="en-US" b="1" dirty="0">
              <a:solidFill>
                <a:schemeClr val="tx2"/>
              </a:solidFill>
              <a:cs typeface="Calibri"/>
              <a:hlinkClick r:id="rId5" action="ppaction://hlinksldjump">
                <a:extLst>
                  <a:ext uri="{A12FA001-AC4F-418D-AE19-62706E023703}">
                    <ahyp:hlinkClr xmlns:ahyp="http://schemas.microsoft.com/office/drawing/2018/hyperlinkcolor" val="tx"/>
                  </a:ext>
                </a:extLst>
              </a:hlinkClick>
            </a:endParaRPr>
          </a:p>
          <a:p>
            <a:pPr marL="342900" indent="-342900">
              <a:buAutoNum type="alphaLcPeriod" startAt="2"/>
            </a:pPr>
            <a:endParaRPr lang="en-US" dirty="0">
              <a:cs typeface="Calibri"/>
            </a:endParaRPr>
          </a:p>
        </p:txBody>
      </p:sp>
    </p:spTree>
    <p:custDataLst>
      <p:tags r:id="rId1"/>
    </p:custDataLst>
    <p:extLst>
      <p:ext uri="{BB962C8B-B14F-4D97-AF65-F5344CB8AC3E}">
        <p14:creationId xmlns:p14="http://schemas.microsoft.com/office/powerpoint/2010/main" val="3618452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CAE1ECA0-4ACE-481C-A7B3-307E60CB66F9}"/>
              </a:ext>
            </a:extLst>
          </p:cNvPr>
          <p:cNvSpPr>
            <a:spLocks noGrp="1"/>
          </p:cNvSpPr>
          <p:nvPr>
            <p:ph type="title"/>
          </p:nvPr>
        </p:nvSpPr>
        <p:spPr>
          <a:xfrm>
            <a:off x="711438" y="-227929"/>
            <a:ext cx="10515600" cy="1325563"/>
          </a:xfrm>
        </p:spPr>
        <p:txBody>
          <a:bodyPr/>
          <a:lstStyle/>
          <a:p>
            <a:r>
              <a:rPr lang="en-US" sz="3698" dirty="0">
                <a:solidFill>
                  <a:schemeClr val="tx2"/>
                </a:solidFill>
              </a:rPr>
              <a:t>Level1_Decision1</a:t>
            </a:r>
            <a:endParaRPr lang="en-JM" sz="3698" dirty="0">
              <a:solidFill>
                <a:schemeClr val="tx2"/>
              </a:solidFill>
            </a:endParaRPr>
          </a:p>
        </p:txBody>
      </p:sp>
      <p:sp>
        <p:nvSpPr>
          <p:cNvPr id="2" name="TextBox 1">
            <a:extLst>
              <a:ext uri="{FF2B5EF4-FFF2-40B4-BE49-F238E27FC236}">
                <a16:creationId xmlns:a16="http://schemas.microsoft.com/office/drawing/2014/main" id="{8E61185D-0285-4C9D-8544-02C370D1F1FF}"/>
              </a:ext>
            </a:extLst>
          </p:cNvPr>
          <p:cNvSpPr txBox="1"/>
          <p:nvPr/>
        </p:nvSpPr>
        <p:spPr>
          <a:xfrm>
            <a:off x="1527793" y="3138250"/>
            <a:ext cx="9676088" cy="1754326"/>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defTabSz="457200">
              <a:defRPr/>
            </a:pPr>
            <a:r>
              <a:rPr lang="en-US" dirty="0">
                <a:solidFill>
                  <a:schemeClr val="tx2"/>
                </a:solidFill>
                <a:ea typeface="Calibri"/>
                <a:cs typeface="Calibri"/>
                <a:hlinkClick r:id="rId4" action="ppaction://hlinksldjump"/>
              </a:rPr>
              <a:t>Tablet</a:t>
            </a:r>
            <a:r>
              <a:rPr lang="en-US" b="1" dirty="0">
                <a:solidFill>
                  <a:schemeClr val="tx2"/>
                </a:solidFill>
                <a:ea typeface="Calibri"/>
                <a:cs typeface="Calibri"/>
              </a:rPr>
              <a:t> [Level1_Decision1_OptionA]</a:t>
            </a:r>
          </a:p>
          <a:p>
            <a:endParaRPr lang="en-US" b="1" dirty="0">
              <a:solidFill>
                <a:schemeClr val="tx2"/>
              </a:solidFill>
              <a:cs typeface="Calibri"/>
              <a:hlinkClick r:id="rId5" action="ppaction://hlinksldjump">
                <a:extLst>
                  <a:ext uri="{A12FA001-AC4F-418D-AE19-62706E023703}">
                    <ahyp:hlinkClr xmlns:ahyp="http://schemas.microsoft.com/office/drawing/2018/hyperlinkcolor" val="tx"/>
                  </a:ext>
                </a:extLst>
              </a:hlinkClick>
            </a:endParaRPr>
          </a:p>
          <a:p>
            <a:r>
              <a:rPr lang="en-US" dirty="0">
                <a:cs typeface="Calibri"/>
                <a:hlinkClick r:id="rId4" action="ppaction://hlinksldjump"/>
              </a:rPr>
              <a:t>Desktop Computer </a:t>
            </a:r>
            <a:r>
              <a:rPr lang="en-US" b="1" dirty="0">
                <a:solidFill>
                  <a:schemeClr val="tx2"/>
                </a:solidFill>
                <a:cs typeface="Calibri"/>
              </a:rPr>
              <a:t>[Level1_Decision1_OptionB]</a:t>
            </a:r>
          </a:p>
          <a:p>
            <a:endParaRPr lang="en-US" dirty="0">
              <a:cs typeface="Calibri"/>
            </a:endParaRPr>
          </a:p>
          <a:p>
            <a:r>
              <a:rPr lang="en-US" dirty="0">
                <a:cs typeface="Calibri"/>
                <a:hlinkClick r:id="rId5" action="ppaction://hlinksldjump"/>
              </a:rPr>
              <a:t>Laptop</a:t>
            </a:r>
            <a:r>
              <a:rPr lang="en-US" dirty="0">
                <a:cs typeface="Calibri"/>
              </a:rPr>
              <a:t> </a:t>
            </a:r>
            <a:r>
              <a:rPr lang="en-US" b="1" dirty="0">
                <a:solidFill>
                  <a:schemeClr val="tx2"/>
                </a:solidFill>
                <a:cs typeface="Calibri"/>
              </a:rPr>
              <a:t>[Level1_Decision1_OptionC]</a:t>
            </a:r>
          </a:p>
          <a:p>
            <a:pPr marL="342900" indent="-342900">
              <a:buAutoNum type="alphaUcPeriod"/>
            </a:pPr>
            <a:endParaRPr lang="en-US" dirty="0">
              <a:cs typeface="Calibri"/>
            </a:endParaRPr>
          </a:p>
        </p:txBody>
      </p:sp>
      <p:sp>
        <p:nvSpPr>
          <p:cNvPr id="7" name="Arrow: Pentagon 6">
            <a:extLst>
              <a:ext uri="{FF2B5EF4-FFF2-40B4-BE49-F238E27FC236}">
                <a16:creationId xmlns:a16="http://schemas.microsoft.com/office/drawing/2014/main" id="{101FA4E1-44DE-489F-A632-292A9249F9D6}"/>
              </a:ext>
            </a:extLst>
          </p:cNvPr>
          <p:cNvSpPr/>
          <p:nvPr/>
        </p:nvSpPr>
        <p:spPr>
          <a:xfrm>
            <a:off x="159543" y="4170542"/>
            <a:ext cx="1062182" cy="402368"/>
          </a:xfrm>
          <a:prstGeom prst="homePlate">
            <a:avLst/>
          </a:prstGeom>
        </p:spPr>
        <p:style>
          <a:lnRef idx="1">
            <a:schemeClr val="accent6"/>
          </a:lnRef>
          <a:fillRef idx="2">
            <a:schemeClr val="accent6"/>
          </a:fillRef>
          <a:effectRef idx="1">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Optimal</a:t>
            </a:r>
          </a:p>
        </p:txBody>
      </p:sp>
      <p:sp>
        <p:nvSpPr>
          <p:cNvPr id="9" name="Text Placeholder 3">
            <a:extLst>
              <a:ext uri="{FF2B5EF4-FFF2-40B4-BE49-F238E27FC236}">
                <a16:creationId xmlns:a16="http://schemas.microsoft.com/office/drawing/2014/main" id="{408736D9-7B87-4D3C-92A8-3C8EE5F738F5}"/>
              </a:ext>
            </a:extLst>
          </p:cNvPr>
          <p:cNvSpPr txBox="1">
            <a:spLocks/>
          </p:cNvSpPr>
          <p:nvPr/>
        </p:nvSpPr>
        <p:spPr>
          <a:xfrm>
            <a:off x="1244748" y="2918681"/>
            <a:ext cx="612406"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200000"/>
              </a:lnSpc>
              <a:spcBef>
                <a:spcPct val="20000"/>
              </a:spcBef>
              <a:spcAft>
                <a:spcPts val="0"/>
              </a:spcAft>
              <a:buClrTx/>
              <a:buSzTx/>
              <a:buFont typeface="Arial"/>
              <a:buNone/>
              <a:tabLst/>
              <a:defRPr/>
            </a:pPr>
            <a:r>
              <a:rPr kumimoji="0" lang="en-US" sz="180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Titillium WebRegular"/>
              </a:rPr>
              <a:t>A</a:t>
            </a:r>
          </a:p>
        </p:txBody>
      </p:sp>
      <p:sp>
        <p:nvSpPr>
          <p:cNvPr id="10" name="Text Placeholder 3">
            <a:extLst>
              <a:ext uri="{FF2B5EF4-FFF2-40B4-BE49-F238E27FC236}">
                <a16:creationId xmlns:a16="http://schemas.microsoft.com/office/drawing/2014/main" id="{D20066C2-8CB2-4841-8A70-B16E196BAA40}"/>
              </a:ext>
            </a:extLst>
          </p:cNvPr>
          <p:cNvSpPr txBox="1">
            <a:spLocks/>
          </p:cNvSpPr>
          <p:nvPr/>
        </p:nvSpPr>
        <p:spPr>
          <a:xfrm>
            <a:off x="1221725" y="3450445"/>
            <a:ext cx="626512"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200000"/>
              </a:lnSpc>
              <a:spcBef>
                <a:spcPct val="20000"/>
              </a:spcBef>
              <a:spcAft>
                <a:spcPts val="0"/>
              </a:spcAft>
              <a:buClrTx/>
              <a:buSzTx/>
              <a:buFont typeface="Arial"/>
              <a:buNone/>
              <a:tabLst/>
              <a:defRPr/>
            </a:pPr>
            <a:r>
              <a:rPr kumimoji="0" lang="en-US" sz="180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Titillium WebRegular"/>
              </a:rPr>
              <a:t>B</a:t>
            </a:r>
          </a:p>
          <a:p>
            <a:pPr marL="0" marR="0" lvl="0" indent="0" algn="l" defTabSz="457200" rtl="0" eaLnBrk="1" fontAlgn="auto" latinLnBrk="0" hangingPunct="1">
              <a:lnSpc>
                <a:spcPct val="200000"/>
              </a:lnSpc>
              <a:spcBef>
                <a:spcPct val="20000"/>
              </a:spcBef>
              <a:spcAft>
                <a:spcPts val="0"/>
              </a:spcAft>
              <a:buClrTx/>
              <a:buSzTx/>
              <a:buFont typeface="Arial"/>
              <a:buNone/>
              <a:tabLst/>
              <a:defRPr/>
            </a:pPr>
            <a:endParaRPr kumimoji="0" lang="en-US" sz="180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a:p>
            <a:pPr marL="0" marR="0" lvl="0" indent="0" algn="l" defTabSz="457200" rtl="0" eaLnBrk="1" fontAlgn="auto" latinLnBrk="0" hangingPunct="1">
              <a:lnSpc>
                <a:spcPct val="200000"/>
              </a:lnSpc>
              <a:spcBef>
                <a:spcPct val="20000"/>
              </a:spcBef>
              <a:spcAft>
                <a:spcPts val="0"/>
              </a:spcAft>
              <a:buClrTx/>
              <a:buSzTx/>
              <a:buFont typeface="Arial"/>
              <a:buNone/>
              <a:tabLst/>
              <a:defRPr/>
            </a:pPr>
            <a:endParaRPr kumimoji="0" lang="en-US" sz="180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a:p>
            <a:pPr marL="0" marR="0" lvl="0" indent="0" algn="l" defTabSz="457200" rtl="0" eaLnBrk="1" fontAlgn="auto" latinLnBrk="0" hangingPunct="1">
              <a:lnSpc>
                <a:spcPct val="200000"/>
              </a:lnSpc>
              <a:spcBef>
                <a:spcPct val="20000"/>
              </a:spcBef>
              <a:spcAft>
                <a:spcPts val="0"/>
              </a:spcAft>
              <a:buClrTx/>
              <a:buSzTx/>
              <a:buFont typeface="Arial"/>
              <a:buNone/>
              <a:tabLst/>
              <a:defRPr/>
            </a:pPr>
            <a:endParaRPr kumimoji="0" lang="en-US" sz="180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p:txBody>
      </p:sp>
      <p:sp>
        <p:nvSpPr>
          <p:cNvPr id="12" name="Text Placeholder 3">
            <a:extLst>
              <a:ext uri="{FF2B5EF4-FFF2-40B4-BE49-F238E27FC236}">
                <a16:creationId xmlns:a16="http://schemas.microsoft.com/office/drawing/2014/main" id="{1654DE92-7A4B-4788-AD62-C53DF4AAAB99}"/>
              </a:ext>
            </a:extLst>
          </p:cNvPr>
          <p:cNvSpPr txBox="1">
            <a:spLocks/>
          </p:cNvSpPr>
          <p:nvPr/>
        </p:nvSpPr>
        <p:spPr>
          <a:xfrm>
            <a:off x="1214537" y="3990435"/>
            <a:ext cx="626512"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200000"/>
              </a:lnSpc>
              <a:spcBef>
                <a:spcPct val="20000"/>
              </a:spcBef>
              <a:spcAft>
                <a:spcPts val="0"/>
              </a:spcAft>
              <a:buClrTx/>
              <a:buSzTx/>
              <a:buFont typeface="Arial"/>
              <a:buNone/>
              <a:tabLst/>
              <a:defRPr/>
            </a:pPr>
            <a:r>
              <a:rPr lang="en-US" sz="1800" b="1" dirty="0">
                <a:solidFill>
                  <a:srgbClr val="4472C4">
                    <a:lumMod val="75000"/>
                  </a:srgbClr>
                </a:solidFill>
                <a:latin typeface="Calibri Light" panose="020F0302020204030204"/>
                <a:cs typeface="Titillium WebRegular"/>
              </a:rPr>
              <a:t>C</a:t>
            </a:r>
            <a:endParaRPr kumimoji="0" lang="en-US" sz="180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Titillium WebRegular"/>
            </a:endParaRPr>
          </a:p>
          <a:p>
            <a:pPr marL="0" marR="0" lvl="0" indent="0" algn="l" defTabSz="457200" rtl="0" eaLnBrk="1" fontAlgn="auto" latinLnBrk="0" hangingPunct="1">
              <a:lnSpc>
                <a:spcPct val="200000"/>
              </a:lnSpc>
              <a:spcBef>
                <a:spcPct val="20000"/>
              </a:spcBef>
              <a:spcAft>
                <a:spcPts val="0"/>
              </a:spcAft>
              <a:buClrTx/>
              <a:buSzTx/>
              <a:buFont typeface="Arial"/>
              <a:buNone/>
              <a:tabLst/>
              <a:defRPr/>
            </a:pPr>
            <a:endParaRPr kumimoji="0" lang="en-US" sz="180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a:p>
            <a:pPr marL="0" marR="0" lvl="0" indent="0" algn="l" defTabSz="457200" rtl="0" eaLnBrk="1" fontAlgn="auto" latinLnBrk="0" hangingPunct="1">
              <a:lnSpc>
                <a:spcPct val="200000"/>
              </a:lnSpc>
              <a:spcBef>
                <a:spcPct val="20000"/>
              </a:spcBef>
              <a:spcAft>
                <a:spcPts val="0"/>
              </a:spcAft>
              <a:buClrTx/>
              <a:buSzTx/>
              <a:buFont typeface="Arial"/>
              <a:buNone/>
              <a:tabLst/>
              <a:defRPr/>
            </a:pPr>
            <a:endParaRPr kumimoji="0" lang="en-US" sz="180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a:p>
            <a:pPr marL="0" marR="0" lvl="0" indent="0" algn="l" defTabSz="457200" rtl="0" eaLnBrk="1" fontAlgn="auto" latinLnBrk="0" hangingPunct="1">
              <a:lnSpc>
                <a:spcPct val="200000"/>
              </a:lnSpc>
              <a:spcBef>
                <a:spcPct val="20000"/>
              </a:spcBef>
              <a:spcAft>
                <a:spcPts val="0"/>
              </a:spcAft>
              <a:buClrTx/>
              <a:buSzTx/>
              <a:buFont typeface="Arial"/>
              <a:buNone/>
              <a:tabLst/>
              <a:defRPr/>
            </a:pPr>
            <a:endParaRPr kumimoji="0" lang="en-US" sz="180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p:txBody>
      </p:sp>
      <p:sp>
        <p:nvSpPr>
          <p:cNvPr id="13" name="TextBox 12">
            <a:extLst>
              <a:ext uri="{FF2B5EF4-FFF2-40B4-BE49-F238E27FC236}">
                <a16:creationId xmlns:a16="http://schemas.microsoft.com/office/drawing/2014/main" id="{4506A838-052A-46AD-B98B-69F05B397BCC}"/>
              </a:ext>
            </a:extLst>
          </p:cNvPr>
          <p:cNvSpPr txBox="1"/>
          <p:nvPr/>
        </p:nvSpPr>
        <p:spPr>
          <a:xfrm>
            <a:off x="711438" y="6370970"/>
            <a:ext cx="10515600"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Next step for </a:t>
            </a:r>
            <a:r>
              <a:rPr lang="en-US" dirty="0">
                <a:solidFill>
                  <a:prstClr val="black"/>
                </a:solidFill>
                <a:latin typeface="Calibri" panose="020F0502020204030204"/>
              </a:rPr>
              <a:t>all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options: Student will need to choose an information source.</a:t>
            </a:r>
          </a:p>
        </p:txBody>
      </p:sp>
      <p:sp>
        <p:nvSpPr>
          <p:cNvPr id="15" name="TextBox 14">
            <a:extLst>
              <a:ext uri="{FF2B5EF4-FFF2-40B4-BE49-F238E27FC236}">
                <a16:creationId xmlns:a16="http://schemas.microsoft.com/office/drawing/2014/main" id="{AABCAC8B-CD05-4CF3-A480-47FC4ED75CEA}"/>
              </a:ext>
            </a:extLst>
          </p:cNvPr>
          <p:cNvSpPr txBox="1"/>
          <p:nvPr/>
        </p:nvSpPr>
        <p:spPr>
          <a:xfrm>
            <a:off x="711438" y="5212242"/>
            <a:ext cx="10515600" cy="92333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rPr>
              <a:t>Explanation: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C00000"/>
                </a:solidFill>
                <a:latin typeface="Calibri" panose="020F0502020204030204"/>
              </a:rPr>
              <a:t>A desktop computer is not portable, and a tablet can’t support the software needed. The laptop is the optimal choice.</a:t>
            </a:r>
            <a:endPar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D09D5C80-3B55-4E57-8058-6FF473456447}"/>
              </a:ext>
            </a:extLst>
          </p:cNvPr>
          <p:cNvSpPr txBox="1"/>
          <p:nvPr/>
        </p:nvSpPr>
        <p:spPr>
          <a:xfrm>
            <a:off x="734767" y="739873"/>
            <a:ext cx="10492443" cy="2308324"/>
          </a:xfrm>
          <a:prstGeom prst="rect">
            <a:avLst/>
          </a:prstGeom>
          <a:noFill/>
        </p:spPr>
        <p:txBody>
          <a:bodyPr wrap="square" rtlCol="0">
            <a:spAutoFit/>
          </a:bodyPr>
          <a:lstStyle/>
          <a:p>
            <a:pPr defTabSz="457200">
              <a:defRPr/>
            </a:pPr>
            <a:r>
              <a:rPr lang="en-US" dirty="0">
                <a:solidFill>
                  <a:srgbClr val="44546A"/>
                </a:solidFill>
                <a:cs typeface="Calibri"/>
              </a:rPr>
              <a:t>Your cousin Colin has offered to help you in your search. There is so much tech jargon flying around, and a computer can be incredibly expensive, so he will help you identify the computer that is right for you. You know that you will need a portable computer that you can take to your classes and Microsoft Office to complete your assignments. </a:t>
            </a:r>
          </a:p>
          <a:p>
            <a:pPr defTabSz="457200">
              <a:defRPr/>
            </a:pPr>
            <a:endParaRPr lang="en-US" dirty="0">
              <a:solidFill>
                <a:srgbClr val="44546A"/>
              </a:solidFill>
              <a:cs typeface="Calibri"/>
            </a:endParaRPr>
          </a:p>
          <a:p>
            <a:pPr defTabSz="457200">
              <a:defRPr/>
            </a:pPr>
            <a:r>
              <a:rPr lang="en-US" dirty="0">
                <a:solidFill>
                  <a:srgbClr val="44546A"/>
                </a:solidFill>
                <a:cs typeface="Calibri"/>
              </a:rPr>
              <a:t>Colin says you should start by choosing what type of device you prefer, in order to narrow down your options. What should you choose?</a:t>
            </a:r>
          </a:p>
          <a:p>
            <a:endParaRPr lang="en-US" dirty="0"/>
          </a:p>
        </p:txBody>
      </p:sp>
    </p:spTree>
    <p:custDataLst>
      <p:tags r:id="rId1"/>
    </p:custDataLst>
    <p:extLst>
      <p:ext uri="{BB962C8B-B14F-4D97-AF65-F5344CB8AC3E}">
        <p14:creationId xmlns:p14="http://schemas.microsoft.com/office/powerpoint/2010/main" val="14327082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CAE1ECA0-4ACE-481C-A7B3-307E60CB66F9}"/>
              </a:ext>
            </a:extLst>
          </p:cNvPr>
          <p:cNvSpPr>
            <a:spLocks noGrp="1"/>
          </p:cNvSpPr>
          <p:nvPr>
            <p:ph type="title"/>
          </p:nvPr>
        </p:nvSpPr>
        <p:spPr>
          <a:xfrm>
            <a:off x="891824" y="117144"/>
            <a:ext cx="10412618" cy="1143000"/>
          </a:xfrm>
        </p:spPr>
        <p:txBody>
          <a:bodyPr/>
          <a:lstStyle/>
          <a:p>
            <a:r>
              <a:rPr lang="en-JM" dirty="0"/>
              <a:t>Level 2, Decision 1</a:t>
            </a:r>
            <a:br>
              <a:rPr lang="en-JM" dirty="0"/>
            </a:br>
            <a:endParaRPr lang="en-JM" dirty="0"/>
          </a:p>
        </p:txBody>
      </p:sp>
      <p:sp>
        <p:nvSpPr>
          <p:cNvPr id="2" name="TextBox 1">
            <a:extLst>
              <a:ext uri="{FF2B5EF4-FFF2-40B4-BE49-F238E27FC236}">
                <a16:creationId xmlns:a16="http://schemas.microsoft.com/office/drawing/2014/main" id="{8E61185D-0285-4C9D-8544-02C370D1F1FF}"/>
              </a:ext>
            </a:extLst>
          </p:cNvPr>
          <p:cNvSpPr txBox="1"/>
          <p:nvPr/>
        </p:nvSpPr>
        <p:spPr>
          <a:xfrm>
            <a:off x="1559510" y="2372823"/>
            <a:ext cx="10072376" cy="2031325"/>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cs typeface="Calibri"/>
                <a:hlinkClick r:id="rId4" action="ppaction://hlinksldjump"/>
              </a:rPr>
              <a:t>Read online reviews of the top models and search for great deals. </a:t>
            </a:r>
            <a:r>
              <a:rPr lang="en-US" b="1" dirty="0">
                <a:solidFill>
                  <a:schemeClr val="tx2"/>
                </a:solidFill>
                <a:ea typeface="Calibri"/>
                <a:cs typeface="Calibri"/>
              </a:rPr>
              <a:t>[Level2_Decision1_OptionA]</a:t>
            </a:r>
          </a:p>
          <a:p>
            <a:endParaRPr lang="en-US" dirty="0">
              <a:cs typeface="Calibri"/>
            </a:endParaRPr>
          </a:p>
          <a:p>
            <a:r>
              <a:rPr lang="en-US" b="1" dirty="0">
                <a:solidFill>
                  <a:schemeClr val="tx2"/>
                </a:solidFill>
                <a:ea typeface="Calibri"/>
                <a:cs typeface="Calibri"/>
                <a:hlinkClick r:id="rId5" action="ppaction://hlinksldjump"/>
              </a:rPr>
              <a:t>Go to the store with Colin to talk with an experienced salesperson and to compare some of the top models.   </a:t>
            </a:r>
            <a:r>
              <a:rPr lang="en-US" b="1" dirty="0">
                <a:solidFill>
                  <a:schemeClr val="tx2"/>
                </a:solidFill>
                <a:ea typeface="Calibri"/>
                <a:cs typeface="Calibri"/>
              </a:rPr>
              <a:t>[Level2_Decision1_OptionB]</a:t>
            </a:r>
          </a:p>
          <a:p>
            <a:endParaRPr lang="en-US" dirty="0">
              <a:cs typeface="Calibri"/>
            </a:endParaRPr>
          </a:p>
          <a:p>
            <a:endParaRPr lang="en-US" dirty="0">
              <a:cs typeface="Calibri"/>
            </a:endParaRPr>
          </a:p>
          <a:p>
            <a:pPr algn="ctr"/>
            <a:endParaRPr lang="en-US" dirty="0">
              <a:cs typeface="Calibri"/>
            </a:endParaRPr>
          </a:p>
        </p:txBody>
      </p:sp>
      <p:sp>
        <p:nvSpPr>
          <p:cNvPr id="5" name="Arrow: Pentagon 4">
            <a:extLst>
              <a:ext uri="{FF2B5EF4-FFF2-40B4-BE49-F238E27FC236}">
                <a16:creationId xmlns:a16="http://schemas.microsoft.com/office/drawing/2014/main" id="{E0636ACE-CE3D-4258-A27D-BAB5B5DED56B}"/>
              </a:ext>
            </a:extLst>
          </p:cNvPr>
          <p:cNvSpPr/>
          <p:nvPr/>
        </p:nvSpPr>
        <p:spPr>
          <a:xfrm>
            <a:off x="156734" y="2909825"/>
            <a:ext cx="1066800" cy="402368"/>
          </a:xfrm>
          <a:prstGeom prst="homePlate">
            <a:avLst/>
          </a:prstGeom>
        </p:spPr>
        <p:style>
          <a:lnRef idx="1">
            <a:schemeClr val="accent6"/>
          </a:lnRef>
          <a:fillRef idx="2">
            <a:schemeClr val="accent6"/>
          </a:fillRef>
          <a:effectRef idx="1">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Optimal</a:t>
            </a:r>
          </a:p>
        </p:txBody>
      </p:sp>
      <p:sp>
        <p:nvSpPr>
          <p:cNvPr id="8" name="Text Placeholder 3">
            <a:extLst>
              <a:ext uri="{FF2B5EF4-FFF2-40B4-BE49-F238E27FC236}">
                <a16:creationId xmlns:a16="http://schemas.microsoft.com/office/drawing/2014/main" id="{9F03F2F9-A3D9-42D1-8039-B1DE7FD6921D}"/>
              </a:ext>
            </a:extLst>
          </p:cNvPr>
          <p:cNvSpPr txBox="1">
            <a:spLocks/>
          </p:cNvSpPr>
          <p:nvPr/>
        </p:nvSpPr>
        <p:spPr>
          <a:xfrm>
            <a:off x="1238090" y="2378061"/>
            <a:ext cx="62419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en-US" sz="2099"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Titillium WebRegular"/>
              </a:rPr>
              <a:t>A</a:t>
            </a:r>
          </a:p>
        </p:txBody>
      </p:sp>
      <p:sp>
        <p:nvSpPr>
          <p:cNvPr id="9" name="Text Placeholder 3">
            <a:extLst>
              <a:ext uri="{FF2B5EF4-FFF2-40B4-BE49-F238E27FC236}">
                <a16:creationId xmlns:a16="http://schemas.microsoft.com/office/drawing/2014/main" id="{F6C33A9E-73CB-41B5-9D7C-5D7326FFD502}"/>
              </a:ext>
            </a:extLst>
          </p:cNvPr>
          <p:cNvSpPr txBox="1">
            <a:spLocks/>
          </p:cNvSpPr>
          <p:nvPr/>
        </p:nvSpPr>
        <p:spPr>
          <a:xfrm>
            <a:off x="1223534" y="2909825"/>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en-US" sz="2099"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Titillium WebRegular"/>
              </a:rPr>
              <a:t>B</a:t>
            </a: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p:txBody>
      </p:sp>
      <p:sp>
        <p:nvSpPr>
          <p:cNvPr id="10" name="TextBox 9">
            <a:extLst>
              <a:ext uri="{FF2B5EF4-FFF2-40B4-BE49-F238E27FC236}">
                <a16:creationId xmlns:a16="http://schemas.microsoft.com/office/drawing/2014/main" id="{2E460426-8BAB-4078-B0DF-E4BE338CD549}"/>
              </a:ext>
            </a:extLst>
          </p:cNvPr>
          <p:cNvSpPr txBox="1"/>
          <p:nvPr/>
        </p:nvSpPr>
        <p:spPr>
          <a:xfrm>
            <a:off x="891824" y="5868642"/>
            <a:ext cx="10412618" cy="646331"/>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If Option A: Device doesn’t meet the requirements.</a:t>
            </a:r>
          </a:p>
          <a:p>
            <a:pPr lvl="0">
              <a:defRPr/>
            </a:pPr>
            <a:r>
              <a:rPr lang="en-US" dirty="0">
                <a:solidFill>
                  <a:prstClr val="black"/>
                </a:solidFill>
              </a:rPr>
              <a:t>If Option B: Student will need to choose the computer’s primary purpose.</a:t>
            </a:r>
          </a:p>
        </p:txBody>
      </p:sp>
      <p:sp>
        <p:nvSpPr>
          <p:cNvPr id="11" name="TextBox 10">
            <a:extLst>
              <a:ext uri="{FF2B5EF4-FFF2-40B4-BE49-F238E27FC236}">
                <a16:creationId xmlns:a16="http://schemas.microsoft.com/office/drawing/2014/main" id="{D1CB5A3D-33CD-49C1-A70B-B30369ADA84F}"/>
              </a:ext>
            </a:extLst>
          </p:cNvPr>
          <p:cNvSpPr txBox="1"/>
          <p:nvPr/>
        </p:nvSpPr>
        <p:spPr>
          <a:xfrm>
            <a:off x="891824" y="4709914"/>
            <a:ext cx="10412618" cy="92333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rPr>
              <a:t>Explanation: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C00000"/>
                </a:solidFill>
                <a:latin typeface="Calibri" panose="020F0502020204030204"/>
              </a:rPr>
              <a:t>Online reviews of the wrong kind of device probably won’t help. Going to the store and talking with an experienced salesperson will more likely help the student identify the problem and fix the mistake.</a:t>
            </a:r>
            <a:endPar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endParaRPr>
          </a:p>
        </p:txBody>
      </p:sp>
      <p:sp>
        <p:nvSpPr>
          <p:cNvPr id="12" name="TextBox 11">
            <a:extLst>
              <a:ext uri="{FF2B5EF4-FFF2-40B4-BE49-F238E27FC236}">
                <a16:creationId xmlns:a16="http://schemas.microsoft.com/office/drawing/2014/main" id="{1517DB0F-F140-4697-B692-D8D9A7AB5256}"/>
              </a:ext>
            </a:extLst>
          </p:cNvPr>
          <p:cNvSpPr txBox="1"/>
          <p:nvPr/>
        </p:nvSpPr>
        <p:spPr>
          <a:xfrm>
            <a:off x="887558" y="765029"/>
            <a:ext cx="10412617"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chose to buy a computer type that won’t work for the stated requirements.</a:t>
            </a:r>
          </a:p>
        </p:txBody>
      </p:sp>
      <p:sp>
        <p:nvSpPr>
          <p:cNvPr id="4" name="TextBox 3">
            <a:extLst>
              <a:ext uri="{FF2B5EF4-FFF2-40B4-BE49-F238E27FC236}">
                <a16:creationId xmlns:a16="http://schemas.microsoft.com/office/drawing/2014/main" id="{568561BE-22D2-4645-A620-ADF9AD7FD079}"/>
              </a:ext>
            </a:extLst>
          </p:cNvPr>
          <p:cNvSpPr txBox="1"/>
          <p:nvPr/>
        </p:nvSpPr>
        <p:spPr>
          <a:xfrm>
            <a:off x="887558" y="1260144"/>
            <a:ext cx="10421150" cy="923330"/>
          </a:xfrm>
          <a:prstGeom prst="rect">
            <a:avLst/>
          </a:prstGeom>
          <a:noFill/>
        </p:spPr>
        <p:txBody>
          <a:bodyPr wrap="square" rtlCol="0">
            <a:spAutoFit/>
          </a:bodyPr>
          <a:lstStyle/>
          <a:p>
            <a:r>
              <a:rPr lang="en-US" dirty="0">
                <a:solidFill>
                  <a:srgbClr val="44546A"/>
                </a:solidFill>
                <a:cs typeface="Calibri"/>
              </a:rPr>
              <a:t>Now that you have an idea of what type of device you want, you need to do some research to see what is available. Where you should start? </a:t>
            </a:r>
          </a:p>
          <a:p>
            <a:endParaRPr lang="en-US" dirty="0"/>
          </a:p>
        </p:txBody>
      </p:sp>
    </p:spTree>
    <p:custDataLst>
      <p:tags r:id="rId1"/>
    </p:custDataLst>
    <p:extLst>
      <p:ext uri="{BB962C8B-B14F-4D97-AF65-F5344CB8AC3E}">
        <p14:creationId xmlns:p14="http://schemas.microsoft.com/office/powerpoint/2010/main" val="15083473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CAE1ECA0-4ACE-481C-A7B3-307E60CB66F9}"/>
              </a:ext>
            </a:extLst>
          </p:cNvPr>
          <p:cNvSpPr>
            <a:spLocks noGrp="1"/>
          </p:cNvSpPr>
          <p:nvPr>
            <p:ph type="title"/>
          </p:nvPr>
        </p:nvSpPr>
        <p:spPr>
          <a:xfrm>
            <a:off x="891824" y="117144"/>
            <a:ext cx="10412618" cy="1143000"/>
          </a:xfrm>
        </p:spPr>
        <p:txBody>
          <a:bodyPr/>
          <a:lstStyle/>
          <a:p>
            <a:r>
              <a:rPr lang="en-JM" dirty="0"/>
              <a:t>Level2_Story1</a:t>
            </a:r>
          </a:p>
        </p:txBody>
      </p:sp>
      <p:sp>
        <p:nvSpPr>
          <p:cNvPr id="2" name="TextBox 1">
            <a:extLst>
              <a:ext uri="{FF2B5EF4-FFF2-40B4-BE49-F238E27FC236}">
                <a16:creationId xmlns:a16="http://schemas.microsoft.com/office/drawing/2014/main" id="{8E61185D-0285-4C9D-8544-02C370D1F1FF}"/>
              </a:ext>
            </a:extLst>
          </p:cNvPr>
          <p:cNvSpPr txBox="1"/>
          <p:nvPr/>
        </p:nvSpPr>
        <p:spPr>
          <a:xfrm>
            <a:off x="757382" y="2632621"/>
            <a:ext cx="10412619" cy="1477328"/>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dirty="0">
              <a:cs typeface="Calibri"/>
            </a:endParaRPr>
          </a:p>
          <a:p>
            <a:r>
              <a:rPr lang="en-US" b="1" dirty="0">
                <a:cs typeface="Calibri"/>
                <a:hlinkClick r:id="rId4" action="ppaction://hlinksldjump"/>
              </a:rPr>
              <a:t>Continue</a:t>
            </a:r>
            <a:endParaRPr lang="en-US" b="1" dirty="0">
              <a:solidFill>
                <a:schemeClr val="tx2"/>
              </a:solidFill>
              <a:ea typeface="Calibri"/>
              <a:cs typeface="Calibri"/>
            </a:endParaRPr>
          </a:p>
          <a:p>
            <a:endParaRPr lang="en-US" dirty="0">
              <a:cs typeface="Calibri"/>
            </a:endParaRPr>
          </a:p>
          <a:p>
            <a:endParaRPr lang="en-US" dirty="0">
              <a:cs typeface="Calibri"/>
            </a:endParaRPr>
          </a:p>
          <a:p>
            <a:pPr algn="ctr"/>
            <a:endParaRPr lang="en-US" dirty="0">
              <a:cs typeface="Calibri"/>
            </a:endParaRPr>
          </a:p>
        </p:txBody>
      </p:sp>
      <p:sp>
        <p:nvSpPr>
          <p:cNvPr id="8" name="TextBox 7">
            <a:extLst>
              <a:ext uri="{FF2B5EF4-FFF2-40B4-BE49-F238E27FC236}">
                <a16:creationId xmlns:a16="http://schemas.microsoft.com/office/drawing/2014/main" id="{BBD6E9FE-9E34-410C-B691-6C5C4027CAB5}"/>
              </a:ext>
            </a:extLst>
          </p:cNvPr>
          <p:cNvSpPr txBox="1"/>
          <p:nvPr/>
        </p:nvSpPr>
        <p:spPr>
          <a:xfrm>
            <a:off x="887558" y="5868642"/>
            <a:ext cx="10412618"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lvl="0">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Next step: </a:t>
            </a:r>
            <a:r>
              <a:rPr lang="en-US" dirty="0">
                <a:solidFill>
                  <a:prstClr val="black"/>
                </a:solidFill>
              </a:rPr>
              <a:t>Device doesn’t meet the requirements.</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8501985A-6DF4-4572-8249-C084EB1D36C2}"/>
              </a:ext>
            </a:extLst>
          </p:cNvPr>
          <p:cNvSpPr txBox="1"/>
          <p:nvPr/>
        </p:nvSpPr>
        <p:spPr>
          <a:xfrm>
            <a:off x="887556" y="1052669"/>
            <a:ext cx="10412619"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chose to check online reviews.</a:t>
            </a:r>
          </a:p>
        </p:txBody>
      </p:sp>
      <p:sp>
        <p:nvSpPr>
          <p:cNvPr id="4" name="TextBox 3">
            <a:extLst>
              <a:ext uri="{FF2B5EF4-FFF2-40B4-BE49-F238E27FC236}">
                <a16:creationId xmlns:a16="http://schemas.microsoft.com/office/drawing/2014/main" id="{6594840A-A2BC-402D-B37D-3924246543AD}"/>
              </a:ext>
            </a:extLst>
          </p:cNvPr>
          <p:cNvSpPr txBox="1"/>
          <p:nvPr/>
        </p:nvSpPr>
        <p:spPr>
          <a:xfrm>
            <a:off x="891823" y="1318506"/>
            <a:ext cx="10408351" cy="1477328"/>
          </a:xfrm>
          <a:prstGeom prst="rect">
            <a:avLst/>
          </a:prstGeom>
          <a:noFill/>
        </p:spPr>
        <p:txBody>
          <a:bodyPr wrap="square" rtlCol="0">
            <a:spAutoFit/>
          </a:bodyPr>
          <a:lstStyle/>
          <a:p>
            <a:endParaRPr lang="en-US" dirty="0">
              <a:cs typeface="Calibri"/>
            </a:endParaRPr>
          </a:p>
          <a:p>
            <a:r>
              <a:rPr lang="en-US" dirty="0">
                <a:solidFill>
                  <a:srgbClr val="44546A"/>
                </a:solidFill>
                <a:cs typeface="Calibri"/>
              </a:rPr>
              <a:t>The online reviews look great and there is a sale. You want to move fast and get this deal before it disappears, so you select a top-rated model within your price range and click “buy!” It will be delivered in a few days. With the money you saved, you will also be able to buy a printer!</a:t>
            </a:r>
          </a:p>
          <a:p>
            <a:endParaRPr lang="en-US" dirty="0"/>
          </a:p>
        </p:txBody>
      </p:sp>
    </p:spTree>
    <p:custDataLst>
      <p:tags r:id="rId1"/>
    </p:custDataLst>
    <p:extLst>
      <p:ext uri="{BB962C8B-B14F-4D97-AF65-F5344CB8AC3E}">
        <p14:creationId xmlns:p14="http://schemas.microsoft.com/office/powerpoint/2010/main" val="24517879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CAE1ECA0-4ACE-481C-A7B3-307E60CB66F9}"/>
              </a:ext>
            </a:extLst>
          </p:cNvPr>
          <p:cNvSpPr>
            <a:spLocks noGrp="1"/>
          </p:cNvSpPr>
          <p:nvPr>
            <p:ph type="title"/>
          </p:nvPr>
        </p:nvSpPr>
        <p:spPr>
          <a:xfrm>
            <a:off x="891824" y="117144"/>
            <a:ext cx="10412618" cy="1143000"/>
          </a:xfrm>
        </p:spPr>
        <p:txBody>
          <a:bodyPr/>
          <a:lstStyle/>
          <a:p>
            <a:r>
              <a:rPr lang="en-JM" dirty="0"/>
              <a:t>Level 2_Story2</a:t>
            </a:r>
            <a:br>
              <a:rPr lang="en-JM" dirty="0"/>
            </a:br>
            <a:endParaRPr lang="en-JM" dirty="0"/>
          </a:p>
        </p:txBody>
      </p:sp>
      <p:sp>
        <p:nvSpPr>
          <p:cNvPr id="2" name="TextBox 1">
            <a:extLst>
              <a:ext uri="{FF2B5EF4-FFF2-40B4-BE49-F238E27FC236}">
                <a16:creationId xmlns:a16="http://schemas.microsoft.com/office/drawing/2014/main" id="{8E61185D-0285-4C9D-8544-02C370D1F1FF}"/>
              </a:ext>
            </a:extLst>
          </p:cNvPr>
          <p:cNvSpPr txBox="1"/>
          <p:nvPr/>
        </p:nvSpPr>
        <p:spPr>
          <a:xfrm>
            <a:off x="1021133" y="3797026"/>
            <a:ext cx="10412618" cy="1200329"/>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cs typeface="Calibri"/>
                <a:hlinkClick r:id="rId4" action="ppaction://hlinksldjump"/>
              </a:rPr>
              <a:t>Continue</a:t>
            </a:r>
            <a:endParaRPr lang="en-US" b="1" dirty="0">
              <a:solidFill>
                <a:schemeClr val="tx2"/>
              </a:solidFill>
              <a:ea typeface="Calibri"/>
              <a:cs typeface="Calibri"/>
            </a:endParaRPr>
          </a:p>
          <a:p>
            <a:endParaRPr lang="en-US" dirty="0">
              <a:cs typeface="Calibri"/>
            </a:endParaRPr>
          </a:p>
          <a:p>
            <a:endParaRPr lang="en-US" dirty="0">
              <a:cs typeface="Calibri"/>
            </a:endParaRPr>
          </a:p>
          <a:p>
            <a:pPr algn="ctr"/>
            <a:endParaRPr lang="en-US" dirty="0">
              <a:cs typeface="Calibri"/>
            </a:endParaRPr>
          </a:p>
        </p:txBody>
      </p:sp>
      <p:sp>
        <p:nvSpPr>
          <p:cNvPr id="6" name="TextBox 5">
            <a:extLst>
              <a:ext uri="{FF2B5EF4-FFF2-40B4-BE49-F238E27FC236}">
                <a16:creationId xmlns:a16="http://schemas.microsoft.com/office/drawing/2014/main" id="{FAB657B9-74EE-479B-BFB2-952264E2DE15}"/>
              </a:ext>
            </a:extLst>
          </p:cNvPr>
          <p:cNvSpPr txBox="1"/>
          <p:nvPr/>
        </p:nvSpPr>
        <p:spPr>
          <a:xfrm>
            <a:off x="887558" y="5868642"/>
            <a:ext cx="10412618"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Next step: Student will need to choose the computer’s primary purpose.</a:t>
            </a:r>
          </a:p>
        </p:txBody>
      </p:sp>
      <p:sp>
        <p:nvSpPr>
          <p:cNvPr id="7" name="TextBox 6">
            <a:extLst>
              <a:ext uri="{FF2B5EF4-FFF2-40B4-BE49-F238E27FC236}">
                <a16:creationId xmlns:a16="http://schemas.microsoft.com/office/drawing/2014/main" id="{30F48EF8-260D-4D2B-82DB-A52A5BA6E47F}"/>
              </a:ext>
            </a:extLst>
          </p:cNvPr>
          <p:cNvSpPr txBox="1"/>
          <p:nvPr/>
        </p:nvSpPr>
        <p:spPr>
          <a:xfrm>
            <a:off x="883292" y="890812"/>
            <a:ext cx="10412617"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chose to check the instore display.</a:t>
            </a:r>
          </a:p>
        </p:txBody>
      </p:sp>
      <p:sp>
        <p:nvSpPr>
          <p:cNvPr id="4" name="TextBox 3">
            <a:extLst>
              <a:ext uri="{FF2B5EF4-FFF2-40B4-BE49-F238E27FC236}">
                <a16:creationId xmlns:a16="http://schemas.microsoft.com/office/drawing/2014/main" id="{F5BDE04E-E29A-4CA7-AD9F-938968C7781B}"/>
              </a:ext>
            </a:extLst>
          </p:cNvPr>
          <p:cNvSpPr txBox="1"/>
          <p:nvPr/>
        </p:nvSpPr>
        <p:spPr>
          <a:xfrm>
            <a:off x="883292" y="1488702"/>
            <a:ext cx="10412617" cy="2308324"/>
          </a:xfrm>
          <a:prstGeom prst="rect">
            <a:avLst/>
          </a:prstGeom>
          <a:noFill/>
        </p:spPr>
        <p:txBody>
          <a:bodyPr wrap="square" rtlCol="0">
            <a:spAutoFit/>
          </a:bodyPr>
          <a:lstStyle/>
          <a:p>
            <a:r>
              <a:rPr lang="en-US" dirty="0">
                <a:solidFill>
                  <a:srgbClr val="44546A"/>
                </a:solidFill>
                <a:cs typeface="Calibri"/>
              </a:rPr>
              <a:t>Colin takes you to the electronics store with the best reputation in town. They know a lot about their products and are able to explain the pros and cons of each device in a way that make sense to you. Colin bought his smartphone here and really liked the customer service. </a:t>
            </a:r>
          </a:p>
          <a:p>
            <a:endParaRPr lang="en-US" dirty="0">
              <a:cs typeface="Calibri"/>
            </a:endParaRPr>
          </a:p>
          <a:p>
            <a:r>
              <a:rPr lang="en-US" dirty="0">
                <a:solidFill>
                  <a:srgbClr val="44546A"/>
                </a:solidFill>
                <a:cs typeface="Calibri"/>
              </a:rPr>
              <a:t>After exploring the devices in the store and talking to a salesperson, you realize your initial idea won’t work. You will need a laptop in order to download Microsoft Office and to be able to take your computer from class to class on campus. </a:t>
            </a:r>
          </a:p>
          <a:p>
            <a:endParaRPr lang="en-US" dirty="0"/>
          </a:p>
        </p:txBody>
      </p:sp>
    </p:spTree>
    <p:custDataLst>
      <p:tags r:id="rId1"/>
    </p:custDataLst>
    <p:extLst>
      <p:ext uri="{BB962C8B-B14F-4D97-AF65-F5344CB8AC3E}">
        <p14:creationId xmlns:p14="http://schemas.microsoft.com/office/powerpoint/2010/main" val="24854468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7CA2C6B-33A6-473E-92E6-89FB66E28671}"/>
              </a:ext>
            </a:extLst>
          </p:cNvPr>
          <p:cNvSpPr>
            <a:spLocks noGrp="1"/>
          </p:cNvSpPr>
          <p:nvPr>
            <p:ph type="title"/>
          </p:nvPr>
        </p:nvSpPr>
        <p:spPr>
          <a:xfrm>
            <a:off x="790836" y="224367"/>
            <a:ext cx="10412618" cy="1143000"/>
          </a:xfrm>
        </p:spPr>
        <p:txBody>
          <a:bodyPr/>
          <a:lstStyle/>
          <a:p>
            <a:r>
              <a:rPr lang="en-US" dirty="0"/>
              <a:t>Level 2_Decision 2</a:t>
            </a:r>
            <a:br>
              <a:rPr lang="en-US" dirty="0"/>
            </a:br>
            <a:endParaRPr lang="en-US" dirty="0"/>
          </a:p>
        </p:txBody>
      </p:sp>
      <p:sp>
        <p:nvSpPr>
          <p:cNvPr id="5" name="Rectangle 4">
            <a:extLst>
              <a:ext uri="{FF2B5EF4-FFF2-40B4-BE49-F238E27FC236}">
                <a16:creationId xmlns:a16="http://schemas.microsoft.com/office/drawing/2014/main" id="{578FD962-5178-4348-941B-2C548CDA3343}"/>
              </a:ext>
            </a:extLst>
          </p:cNvPr>
          <p:cNvSpPr/>
          <p:nvPr/>
        </p:nvSpPr>
        <p:spPr>
          <a:xfrm>
            <a:off x="1443506" y="2661562"/>
            <a:ext cx="9849093" cy="2616101"/>
          </a:xfrm>
          <a:prstGeom prst="rect">
            <a:avLst/>
          </a:prstGeom>
        </p:spPr>
        <p:txBody>
          <a:bodyPr wrap="square">
            <a:spAutoFit/>
          </a:bodyPr>
          <a:lstStyle/>
          <a:p>
            <a:r>
              <a:rPr lang="en-US" sz="2000" dirty="0">
                <a:cs typeface="Calibri"/>
                <a:hlinkClick r:id="rId3" action="ppaction://hlinksldjump"/>
              </a:rPr>
              <a:t>Go online and buy the same laptop Colin has; you prefer a recommendation from someone you know and trust. </a:t>
            </a:r>
            <a:r>
              <a:rPr lang="en-US" sz="2000" dirty="0">
                <a:solidFill>
                  <a:schemeClr val="tx2"/>
                </a:solidFill>
                <a:ea typeface="Calibri"/>
                <a:cs typeface="Calibri"/>
              </a:rPr>
              <a:t>[Level2_Decision1_OptionA]</a:t>
            </a:r>
          </a:p>
          <a:p>
            <a:endParaRPr lang="en-US" sz="2000" dirty="0">
              <a:cs typeface="Calibri"/>
            </a:endParaRPr>
          </a:p>
          <a:p>
            <a:r>
              <a:rPr lang="en-US" sz="2000" dirty="0">
                <a:cs typeface="Calibri"/>
                <a:hlinkClick r:id="rId4" action="ppaction://hlinksldjump"/>
              </a:rPr>
              <a:t>Read online reviews of the top laptop models.</a:t>
            </a:r>
            <a:r>
              <a:rPr lang="en-US" sz="2000" dirty="0">
                <a:cs typeface="Calibri"/>
              </a:rPr>
              <a:t> </a:t>
            </a:r>
            <a:r>
              <a:rPr lang="en-US" sz="2000" dirty="0">
                <a:solidFill>
                  <a:schemeClr val="tx2"/>
                </a:solidFill>
                <a:ea typeface="Calibri"/>
                <a:cs typeface="Calibri"/>
              </a:rPr>
              <a:t>[Level2_Decision1_OptionB]</a:t>
            </a:r>
          </a:p>
          <a:p>
            <a:endParaRPr lang="en-US" sz="2000" dirty="0">
              <a:cs typeface="Calibri"/>
            </a:endParaRPr>
          </a:p>
          <a:p>
            <a:r>
              <a:rPr lang="en-US" sz="2000" dirty="0">
                <a:solidFill>
                  <a:schemeClr val="tx2"/>
                </a:solidFill>
                <a:ea typeface="Calibri"/>
                <a:cs typeface="Calibri"/>
                <a:hlinkClick r:id="rId4" action="ppaction://hlinksldjump"/>
              </a:rPr>
              <a:t>Go to the store with Colin to talk with an experienced salesperson and to compare some of the top models.</a:t>
            </a:r>
            <a:r>
              <a:rPr lang="en-US" sz="2000" dirty="0">
                <a:solidFill>
                  <a:schemeClr val="tx2"/>
                </a:solidFill>
                <a:ea typeface="Calibri"/>
                <a:cs typeface="Calibri"/>
              </a:rPr>
              <a:t>   [Level2_Decision1_OptionC]</a:t>
            </a:r>
          </a:p>
          <a:p>
            <a:endParaRPr lang="en-US" sz="2400" dirty="0"/>
          </a:p>
        </p:txBody>
      </p:sp>
      <p:sp>
        <p:nvSpPr>
          <p:cNvPr id="7" name="Arrow: Pentagon 6">
            <a:extLst>
              <a:ext uri="{FF2B5EF4-FFF2-40B4-BE49-F238E27FC236}">
                <a16:creationId xmlns:a16="http://schemas.microsoft.com/office/drawing/2014/main" id="{307F1BBF-9D56-4866-A74D-00C0A92876E7}"/>
              </a:ext>
            </a:extLst>
          </p:cNvPr>
          <p:cNvSpPr/>
          <p:nvPr/>
        </p:nvSpPr>
        <p:spPr>
          <a:xfrm>
            <a:off x="73481" y="3568123"/>
            <a:ext cx="1066800" cy="402368"/>
          </a:xfrm>
          <a:prstGeom prst="homePlate">
            <a:avLst/>
          </a:prstGeom>
        </p:spPr>
        <p:style>
          <a:lnRef idx="1">
            <a:schemeClr val="accent6"/>
          </a:lnRef>
          <a:fillRef idx="2">
            <a:schemeClr val="accent6"/>
          </a:fillRef>
          <a:effectRef idx="1">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Optimal</a:t>
            </a:r>
          </a:p>
        </p:txBody>
      </p:sp>
      <p:sp>
        <p:nvSpPr>
          <p:cNvPr id="8" name="Arrow: Pentagon 7">
            <a:extLst>
              <a:ext uri="{FF2B5EF4-FFF2-40B4-BE49-F238E27FC236}">
                <a16:creationId xmlns:a16="http://schemas.microsoft.com/office/drawing/2014/main" id="{0E87D52C-C4CE-454B-84B6-E1B40E847924}"/>
              </a:ext>
            </a:extLst>
          </p:cNvPr>
          <p:cNvSpPr/>
          <p:nvPr/>
        </p:nvSpPr>
        <p:spPr>
          <a:xfrm>
            <a:off x="73481" y="4082030"/>
            <a:ext cx="1066800" cy="402368"/>
          </a:xfrm>
          <a:prstGeom prst="homePlate">
            <a:avLst/>
          </a:prstGeom>
        </p:spPr>
        <p:style>
          <a:lnRef idx="1">
            <a:schemeClr val="accent6"/>
          </a:lnRef>
          <a:fillRef idx="2">
            <a:schemeClr val="accent6"/>
          </a:fillRef>
          <a:effectRef idx="1">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Optimal</a:t>
            </a:r>
          </a:p>
        </p:txBody>
      </p:sp>
      <p:sp>
        <p:nvSpPr>
          <p:cNvPr id="9" name="Text Placeholder 3">
            <a:extLst>
              <a:ext uri="{FF2B5EF4-FFF2-40B4-BE49-F238E27FC236}">
                <a16:creationId xmlns:a16="http://schemas.microsoft.com/office/drawing/2014/main" id="{B9A85846-ADC8-4413-AF68-A108B5A51081}"/>
              </a:ext>
            </a:extLst>
          </p:cNvPr>
          <p:cNvSpPr txBox="1">
            <a:spLocks/>
          </p:cNvSpPr>
          <p:nvPr/>
        </p:nvSpPr>
        <p:spPr>
          <a:xfrm>
            <a:off x="1140281" y="2494160"/>
            <a:ext cx="62419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200000"/>
              </a:lnSpc>
              <a:spcBef>
                <a:spcPct val="20000"/>
              </a:spcBef>
              <a:spcAft>
                <a:spcPts val="0"/>
              </a:spcAft>
              <a:buClrTx/>
              <a:buSzTx/>
              <a:buFont typeface="Arial"/>
              <a:buNone/>
              <a:tabLst/>
              <a:defRPr/>
            </a:pPr>
            <a:r>
              <a:rPr kumimoji="0" lang="en-US" sz="180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Titillium WebRegular"/>
              </a:rPr>
              <a:t>A</a:t>
            </a:r>
          </a:p>
        </p:txBody>
      </p:sp>
      <p:sp>
        <p:nvSpPr>
          <p:cNvPr id="10" name="Text Placeholder 3">
            <a:extLst>
              <a:ext uri="{FF2B5EF4-FFF2-40B4-BE49-F238E27FC236}">
                <a16:creationId xmlns:a16="http://schemas.microsoft.com/office/drawing/2014/main" id="{17E4DF4C-E36E-4923-B6E5-F5455941E06A}"/>
              </a:ext>
            </a:extLst>
          </p:cNvPr>
          <p:cNvSpPr txBox="1">
            <a:spLocks/>
          </p:cNvSpPr>
          <p:nvPr/>
        </p:nvSpPr>
        <p:spPr>
          <a:xfrm>
            <a:off x="1133092" y="3365070"/>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200000"/>
              </a:lnSpc>
              <a:spcBef>
                <a:spcPct val="20000"/>
              </a:spcBef>
              <a:spcAft>
                <a:spcPts val="0"/>
              </a:spcAft>
              <a:buClrTx/>
              <a:buSzTx/>
              <a:buFont typeface="Arial"/>
              <a:buNone/>
              <a:tabLst/>
              <a:defRPr/>
            </a:pPr>
            <a:r>
              <a:rPr kumimoji="0" lang="en-US" sz="180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Titillium WebRegular"/>
              </a:rPr>
              <a:t>B</a:t>
            </a:r>
          </a:p>
          <a:p>
            <a:pPr marL="0" marR="0" lvl="0" indent="0" algn="l" defTabSz="457200" rtl="0" eaLnBrk="1" fontAlgn="auto" latinLnBrk="0" hangingPunct="1">
              <a:lnSpc>
                <a:spcPct val="200000"/>
              </a:lnSpc>
              <a:spcBef>
                <a:spcPct val="20000"/>
              </a:spcBef>
              <a:spcAft>
                <a:spcPts val="0"/>
              </a:spcAft>
              <a:buClrTx/>
              <a:buSzTx/>
              <a:buFont typeface="Arial"/>
              <a:buNone/>
              <a:tabLst/>
              <a:defRPr/>
            </a:pPr>
            <a:endParaRPr kumimoji="0" lang="en-US" sz="180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a:p>
            <a:pPr marL="0" marR="0" lvl="0" indent="0" algn="l" defTabSz="457200" rtl="0" eaLnBrk="1" fontAlgn="auto" latinLnBrk="0" hangingPunct="1">
              <a:lnSpc>
                <a:spcPct val="200000"/>
              </a:lnSpc>
              <a:spcBef>
                <a:spcPct val="20000"/>
              </a:spcBef>
              <a:spcAft>
                <a:spcPts val="0"/>
              </a:spcAft>
              <a:buClrTx/>
              <a:buSzTx/>
              <a:buFont typeface="Arial"/>
              <a:buNone/>
              <a:tabLst/>
              <a:defRPr/>
            </a:pPr>
            <a:endParaRPr kumimoji="0" lang="en-US" sz="180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a:p>
            <a:pPr marL="0" marR="0" lvl="0" indent="0" algn="l" defTabSz="457200" rtl="0" eaLnBrk="1" fontAlgn="auto" latinLnBrk="0" hangingPunct="1">
              <a:lnSpc>
                <a:spcPct val="200000"/>
              </a:lnSpc>
              <a:spcBef>
                <a:spcPct val="20000"/>
              </a:spcBef>
              <a:spcAft>
                <a:spcPts val="0"/>
              </a:spcAft>
              <a:buClrTx/>
              <a:buSzTx/>
              <a:buFont typeface="Arial"/>
              <a:buNone/>
              <a:tabLst/>
              <a:defRPr/>
            </a:pPr>
            <a:endParaRPr kumimoji="0" lang="en-US" sz="180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p:txBody>
      </p:sp>
      <p:sp>
        <p:nvSpPr>
          <p:cNvPr id="11" name="Text Placeholder 3">
            <a:extLst>
              <a:ext uri="{FF2B5EF4-FFF2-40B4-BE49-F238E27FC236}">
                <a16:creationId xmlns:a16="http://schemas.microsoft.com/office/drawing/2014/main" id="{A099A121-3B85-4C2C-A0A0-E57DA88AB9D0}"/>
              </a:ext>
            </a:extLst>
          </p:cNvPr>
          <p:cNvSpPr txBox="1">
            <a:spLocks/>
          </p:cNvSpPr>
          <p:nvPr/>
        </p:nvSpPr>
        <p:spPr>
          <a:xfrm>
            <a:off x="1140281" y="3969613"/>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200000"/>
              </a:lnSpc>
              <a:spcBef>
                <a:spcPct val="20000"/>
              </a:spcBef>
              <a:spcAft>
                <a:spcPts val="0"/>
              </a:spcAft>
              <a:buClrTx/>
              <a:buSzTx/>
              <a:buFont typeface="Arial"/>
              <a:buNone/>
              <a:tabLst/>
              <a:defRPr/>
            </a:pPr>
            <a:r>
              <a:rPr lang="en-US" sz="1800" b="1" dirty="0">
                <a:solidFill>
                  <a:srgbClr val="4472C4">
                    <a:lumMod val="75000"/>
                  </a:srgbClr>
                </a:solidFill>
                <a:latin typeface="Calibri Light" panose="020F0302020204030204"/>
                <a:cs typeface="Titillium WebRegular"/>
              </a:rPr>
              <a:t>C</a:t>
            </a:r>
            <a:endParaRPr kumimoji="0" lang="en-US" sz="180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Titillium WebRegular"/>
            </a:endParaRPr>
          </a:p>
          <a:p>
            <a:pPr marL="0" marR="0" lvl="0" indent="0" algn="l" defTabSz="457200" rtl="0" eaLnBrk="1" fontAlgn="auto" latinLnBrk="0" hangingPunct="1">
              <a:lnSpc>
                <a:spcPct val="200000"/>
              </a:lnSpc>
              <a:spcBef>
                <a:spcPct val="20000"/>
              </a:spcBef>
              <a:spcAft>
                <a:spcPts val="0"/>
              </a:spcAft>
              <a:buClrTx/>
              <a:buSzTx/>
              <a:buFont typeface="Arial"/>
              <a:buNone/>
              <a:tabLst/>
              <a:defRPr/>
            </a:pPr>
            <a:endParaRPr kumimoji="0" lang="en-US" sz="180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a:p>
            <a:pPr marL="0" marR="0" lvl="0" indent="0" algn="l" defTabSz="457200" rtl="0" eaLnBrk="1" fontAlgn="auto" latinLnBrk="0" hangingPunct="1">
              <a:lnSpc>
                <a:spcPct val="200000"/>
              </a:lnSpc>
              <a:spcBef>
                <a:spcPct val="20000"/>
              </a:spcBef>
              <a:spcAft>
                <a:spcPts val="0"/>
              </a:spcAft>
              <a:buClrTx/>
              <a:buSzTx/>
              <a:buFont typeface="Arial"/>
              <a:buNone/>
              <a:tabLst/>
              <a:defRPr/>
            </a:pPr>
            <a:endParaRPr kumimoji="0" lang="en-US" sz="180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a:p>
            <a:pPr marL="0" marR="0" lvl="0" indent="0" algn="l" defTabSz="457200" rtl="0" eaLnBrk="1" fontAlgn="auto" latinLnBrk="0" hangingPunct="1">
              <a:lnSpc>
                <a:spcPct val="200000"/>
              </a:lnSpc>
              <a:spcBef>
                <a:spcPct val="20000"/>
              </a:spcBef>
              <a:spcAft>
                <a:spcPts val="0"/>
              </a:spcAft>
              <a:buClrTx/>
              <a:buSzTx/>
              <a:buFont typeface="Arial"/>
              <a:buNone/>
              <a:tabLst/>
              <a:defRPr/>
            </a:pPr>
            <a:endParaRPr kumimoji="0" lang="en-US" sz="180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p:txBody>
      </p:sp>
      <p:sp>
        <p:nvSpPr>
          <p:cNvPr id="12" name="TextBox 11">
            <a:extLst>
              <a:ext uri="{FF2B5EF4-FFF2-40B4-BE49-F238E27FC236}">
                <a16:creationId xmlns:a16="http://schemas.microsoft.com/office/drawing/2014/main" id="{E0F53E9A-096E-4D6C-8EBF-B63D6CCCD6D0}"/>
              </a:ext>
            </a:extLst>
          </p:cNvPr>
          <p:cNvSpPr txBox="1"/>
          <p:nvPr/>
        </p:nvSpPr>
        <p:spPr>
          <a:xfrm>
            <a:off x="790836" y="6084150"/>
            <a:ext cx="10412618" cy="646331"/>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lvl="0">
              <a:defRPr/>
            </a:pPr>
            <a:r>
              <a:rPr lang="en-US" dirty="0">
                <a:solidFill>
                  <a:prstClr val="black"/>
                </a:solidFill>
              </a:rPr>
              <a:t>If Option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 </a:t>
            </a:r>
            <a:r>
              <a:rPr lang="en-US" dirty="0">
                <a:solidFill>
                  <a:prstClr val="black"/>
                </a:solidFill>
              </a:rPr>
              <a:t>Device doesn’t meet the requirements.</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r>
              <a:rPr lang="en-US" dirty="0">
                <a:solidFill>
                  <a:prstClr val="black"/>
                </a:solidFill>
              </a:rPr>
              <a:t>If Option B or C: Student will need to choose the computer’s primary purpose.</a:t>
            </a:r>
          </a:p>
        </p:txBody>
      </p:sp>
      <p:sp>
        <p:nvSpPr>
          <p:cNvPr id="13" name="TextBox 12">
            <a:extLst>
              <a:ext uri="{FF2B5EF4-FFF2-40B4-BE49-F238E27FC236}">
                <a16:creationId xmlns:a16="http://schemas.microsoft.com/office/drawing/2014/main" id="{B0A7B923-7143-4CFD-BE3A-507E22B7D589}"/>
              </a:ext>
            </a:extLst>
          </p:cNvPr>
          <p:cNvSpPr txBox="1"/>
          <p:nvPr/>
        </p:nvSpPr>
        <p:spPr>
          <a:xfrm>
            <a:off x="790836" y="4976525"/>
            <a:ext cx="10412618" cy="92333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rPr>
              <a:t>Explanation: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C00000"/>
                </a:solidFill>
                <a:latin typeface="Calibri" panose="020F0502020204030204"/>
              </a:rPr>
              <a:t>Reading online reviews or talking with an experienced salesperson will both provide needed information at this stage in the process.</a:t>
            </a:r>
            <a:endPar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endParaRPr>
          </a:p>
        </p:txBody>
      </p:sp>
      <p:sp>
        <p:nvSpPr>
          <p:cNvPr id="14" name="TextBox 13">
            <a:extLst>
              <a:ext uri="{FF2B5EF4-FFF2-40B4-BE49-F238E27FC236}">
                <a16:creationId xmlns:a16="http://schemas.microsoft.com/office/drawing/2014/main" id="{A81C8F07-307A-4B31-8BCF-CCA9E495F96A}"/>
              </a:ext>
            </a:extLst>
          </p:cNvPr>
          <p:cNvSpPr txBox="1"/>
          <p:nvPr/>
        </p:nvSpPr>
        <p:spPr>
          <a:xfrm>
            <a:off x="790836" y="858076"/>
            <a:ext cx="10412617"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chose to buy a laptop.</a:t>
            </a:r>
          </a:p>
        </p:txBody>
      </p:sp>
      <p:sp>
        <p:nvSpPr>
          <p:cNvPr id="2" name="TextBox 1">
            <a:extLst>
              <a:ext uri="{FF2B5EF4-FFF2-40B4-BE49-F238E27FC236}">
                <a16:creationId xmlns:a16="http://schemas.microsoft.com/office/drawing/2014/main" id="{C0088D8C-6AA0-42CA-A91B-ABE91A976F20}"/>
              </a:ext>
            </a:extLst>
          </p:cNvPr>
          <p:cNvSpPr txBox="1"/>
          <p:nvPr/>
        </p:nvSpPr>
        <p:spPr>
          <a:xfrm>
            <a:off x="790836" y="1297950"/>
            <a:ext cx="10412617" cy="1754326"/>
          </a:xfrm>
          <a:prstGeom prst="rect">
            <a:avLst/>
          </a:prstGeom>
          <a:noFill/>
        </p:spPr>
        <p:txBody>
          <a:bodyPr wrap="square" rtlCol="0">
            <a:spAutoFit/>
          </a:bodyPr>
          <a:lstStyle/>
          <a:p>
            <a:r>
              <a:rPr lang="en-US" dirty="0">
                <a:solidFill>
                  <a:srgbClr val="44546A"/>
                </a:solidFill>
                <a:cs typeface="Calibri"/>
              </a:rPr>
              <a:t>Now that you know you want a laptop, you need to determine which model you want. Colin highly recommends his laptop, the Google Chromebook. It runs Chrome OS and was designed to be used while connected to the internet, with most applications and documents living on the cloud (not installed). This works well for him, because he always has a strong internet connection and doesn’t need to save things locally on his computer. What should you do next? </a:t>
            </a:r>
            <a:endParaRPr lang="en-US" dirty="0">
              <a:solidFill>
                <a:srgbClr val="000000"/>
              </a:solidFill>
              <a:latin typeface="Calibri" panose="020F0502020204030204" pitchFamily="34" charset="0"/>
            </a:endParaRPr>
          </a:p>
          <a:p>
            <a:endParaRPr lang="en-US" dirty="0"/>
          </a:p>
        </p:txBody>
      </p:sp>
    </p:spTree>
    <p:extLst>
      <p:ext uri="{BB962C8B-B14F-4D97-AF65-F5344CB8AC3E}">
        <p14:creationId xmlns:p14="http://schemas.microsoft.com/office/powerpoint/2010/main" val="9609566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CAE1ECA0-4ACE-481C-A7B3-307E60CB66F9}"/>
              </a:ext>
            </a:extLst>
          </p:cNvPr>
          <p:cNvSpPr>
            <a:spLocks noGrp="1"/>
          </p:cNvSpPr>
          <p:nvPr>
            <p:ph type="title"/>
          </p:nvPr>
        </p:nvSpPr>
        <p:spPr>
          <a:xfrm>
            <a:off x="891824" y="117144"/>
            <a:ext cx="10412618" cy="1143000"/>
          </a:xfrm>
        </p:spPr>
        <p:txBody>
          <a:bodyPr/>
          <a:lstStyle/>
          <a:p>
            <a:r>
              <a:rPr lang="en-JM" dirty="0"/>
              <a:t>Level2_Story3</a:t>
            </a:r>
            <a:br>
              <a:rPr lang="en-JM" dirty="0"/>
            </a:br>
            <a:endParaRPr lang="en-JM" dirty="0"/>
          </a:p>
        </p:txBody>
      </p:sp>
      <p:sp>
        <p:nvSpPr>
          <p:cNvPr id="2" name="TextBox 1">
            <a:extLst>
              <a:ext uri="{FF2B5EF4-FFF2-40B4-BE49-F238E27FC236}">
                <a16:creationId xmlns:a16="http://schemas.microsoft.com/office/drawing/2014/main" id="{8E61185D-0285-4C9D-8544-02C370D1F1FF}"/>
              </a:ext>
            </a:extLst>
          </p:cNvPr>
          <p:cNvSpPr txBox="1"/>
          <p:nvPr/>
        </p:nvSpPr>
        <p:spPr>
          <a:xfrm>
            <a:off x="889691" y="3414927"/>
            <a:ext cx="10412618" cy="1754326"/>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dirty="0">
              <a:cs typeface="Calibri"/>
            </a:endParaRPr>
          </a:p>
          <a:p>
            <a:endParaRPr lang="en-US" dirty="0">
              <a:cs typeface="Calibri"/>
            </a:endParaRPr>
          </a:p>
          <a:p>
            <a:r>
              <a:rPr lang="en-US" b="1" dirty="0">
                <a:cs typeface="Calibri"/>
                <a:hlinkClick r:id="rId4" action="ppaction://hlinksldjump"/>
              </a:rPr>
              <a:t>Continue</a:t>
            </a:r>
            <a:endParaRPr lang="en-US" b="1" dirty="0">
              <a:solidFill>
                <a:schemeClr val="tx2"/>
              </a:solidFill>
              <a:ea typeface="Calibri"/>
              <a:cs typeface="Calibri"/>
            </a:endParaRPr>
          </a:p>
          <a:p>
            <a:endParaRPr lang="en-US" dirty="0">
              <a:cs typeface="Calibri"/>
            </a:endParaRPr>
          </a:p>
          <a:p>
            <a:endParaRPr lang="en-US" dirty="0">
              <a:cs typeface="Calibri"/>
            </a:endParaRPr>
          </a:p>
          <a:p>
            <a:pPr algn="ctr"/>
            <a:endParaRPr lang="en-US" dirty="0">
              <a:cs typeface="Calibri"/>
            </a:endParaRPr>
          </a:p>
        </p:txBody>
      </p:sp>
      <p:sp>
        <p:nvSpPr>
          <p:cNvPr id="7" name="TextBox 6">
            <a:extLst>
              <a:ext uri="{FF2B5EF4-FFF2-40B4-BE49-F238E27FC236}">
                <a16:creationId xmlns:a16="http://schemas.microsoft.com/office/drawing/2014/main" id="{C8BCDBDE-FC63-4EF3-BB5D-224D02BE09A2}"/>
              </a:ext>
            </a:extLst>
          </p:cNvPr>
          <p:cNvSpPr txBox="1"/>
          <p:nvPr/>
        </p:nvSpPr>
        <p:spPr>
          <a:xfrm>
            <a:off x="887558" y="5868642"/>
            <a:ext cx="10412618"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lvl="0">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Next step: </a:t>
            </a:r>
            <a:r>
              <a:rPr lang="en-US" dirty="0">
                <a:solidFill>
                  <a:prstClr val="black"/>
                </a:solidFill>
              </a:rPr>
              <a:t>Device doesn’t meet the requirements.</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542E1DD7-42EA-4D62-A42E-A995B67EA325}"/>
              </a:ext>
            </a:extLst>
          </p:cNvPr>
          <p:cNvSpPr txBox="1"/>
          <p:nvPr/>
        </p:nvSpPr>
        <p:spPr>
          <a:xfrm>
            <a:off x="883292" y="890812"/>
            <a:ext cx="10412617"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chose to get the same laptop as Colin’s.</a:t>
            </a:r>
          </a:p>
        </p:txBody>
      </p:sp>
      <p:sp>
        <p:nvSpPr>
          <p:cNvPr id="5" name="TextBox 4">
            <a:extLst>
              <a:ext uri="{FF2B5EF4-FFF2-40B4-BE49-F238E27FC236}">
                <a16:creationId xmlns:a16="http://schemas.microsoft.com/office/drawing/2014/main" id="{B5A43034-B4C6-4102-AFDC-86E100EE58AC}"/>
              </a:ext>
            </a:extLst>
          </p:cNvPr>
          <p:cNvSpPr txBox="1"/>
          <p:nvPr/>
        </p:nvSpPr>
        <p:spPr>
          <a:xfrm>
            <a:off x="883292" y="1383602"/>
            <a:ext cx="10412616" cy="2031325"/>
          </a:xfrm>
          <a:prstGeom prst="rect">
            <a:avLst/>
          </a:prstGeom>
          <a:noFill/>
        </p:spPr>
        <p:txBody>
          <a:bodyPr wrap="square" rtlCol="0">
            <a:spAutoFit/>
          </a:bodyPr>
          <a:lstStyle/>
          <a:p>
            <a:r>
              <a:rPr lang="en-US" dirty="0">
                <a:solidFill>
                  <a:srgbClr val="44546A"/>
                </a:solidFill>
                <a:cs typeface="Calibri"/>
              </a:rPr>
              <a:t>You ordered a Google Chromebook based on Colin’s recommendation. It was so affordable that you had enough money also buy a printer and headphones! Your laptop arrives and you start to set it up. When you try to install Microsoft Office, you notice a problem. You cannot install applications locally, because the Chromebook is intended for users who mainly work online using web apps and save their documents to the cloud. This is a problem, as you are taking an Excel course this semester and will need use the Excel 365 app on your computer to do your homework. </a:t>
            </a:r>
          </a:p>
          <a:p>
            <a:endParaRPr lang="en-US" dirty="0"/>
          </a:p>
        </p:txBody>
      </p:sp>
    </p:spTree>
    <p:custDataLst>
      <p:tags r:id="rId1"/>
    </p:custDataLst>
    <p:extLst>
      <p:ext uri="{BB962C8B-B14F-4D97-AF65-F5344CB8AC3E}">
        <p14:creationId xmlns:p14="http://schemas.microsoft.com/office/powerpoint/2010/main" val="12014190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CAE1ECA0-4ACE-481C-A7B3-307E60CB66F9}"/>
              </a:ext>
            </a:extLst>
          </p:cNvPr>
          <p:cNvSpPr>
            <a:spLocks noGrp="1"/>
          </p:cNvSpPr>
          <p:nvPr>
            <p:ph type="title"/>
          </p:nvPr>
        </p:nvSpPr>
        <p:spPr>
          <a:xfrm>
            <a:off x="628351" y="-121415"/>
            <a:ext cx="10412618" cy="1143000"/>
          </a:xfrm>
        </p:spPr>
        <p:txBody>
          <a:bodyPr/>
          <a:lstStyle/>
          <a:p>
            <a:r>
              <a:rPr lang="en-JM" dirty="0"/>
              <a:t>Level3_Decision1</a:t>
            </a:r>
          </a:p>
        </p:txBody>
      </p:sp>
      <p:sp>
        <p:nvSpPr>
          <p:cNvPr id="2" name="TextBox 1">
            <a:extLst>
              <a:ext uri="{FF2B5EF4-FFF2-40B4-BE49-F238E27FC236}">
                <a16:creationId xmlns:a16="http://schemas.microsoft.com/office/drawing/2014/main" id="{8E61185D-0285-4C9D-8544-02C370D1F1FF}"/>
              </a:ext>
            </a:extLst>
          </p:cNvPr>
          <p:cNvSpPr txBox="1"/>
          <p:nvPr/>
        </p:nvSpPr>
        <p:spPr>
          <a:xfrm>
            <a:off x="1524041" y="3076352"/>
            <a:ext cx="9516928" cy="2308324"/>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dirty="0">
              <a:cs typeface="Calibri"/>
            </a:endParaRPr>
          </a:p>
          <a:p>
            <a:r>
              <a:rPr lang="en-US" dirty="0">
                <a:cs typeface="Calibri"/>
                <a:hlinkClick r:id="rId4" action="ppaction://hlinksldjump"/>
              </a:rPr>
              <a:t>Since you’re already spending so much money, you want a laptop that can be used for school projects and for gaming.</a:t>
            </a:r>
            <a:r>
              <a:rPr lang="en-US" dirty="0">
                <a:cs typeface="Calibri"/>
              </a:rPr>
              <a:t> </a:t>
            </a:r>
            <a:r>
              <a:rPr lang="en-US" b="1" dirty="0">
                <a:solidFill>
                  <a:schemeClr val="tx2"/>
                </a:solidFill>
                <a:ea typeface="Calibri"/>
                <a:cs typeface="Calibri"/>
              </a:rPr>
              <a:t>[Level3_Decision1_OptionA]</a:t>
            </a:r>
            <a:endParaRPr lang="en-US" dirty="0">
              <a:cs typeface="Calibri"/>
            </a:endParaRPr>
          </a:p>
          <a:p>
            <a:endParaRPr lang="en-US" dirty="0">
              <a:cs typeface="Calibri"/>
            </a:endParaRPr>
          </a:p>
          <a:p>
            <a:r>
              <a:rPr lang="en-US" dirty="0">
                <a:cs typeface="Calibri"/>
                <a:hlinkClick r:id="rId5" action="ppaction://hlinksldjump"/>
              </a:rPr>
              <a:t>For your first laptop, you want a computer that will just have everything you need for school. You can think about a gaming laptop after graduation. </a:t>
            </a:r>
            <a:r>
              <a:rPr lang="en-US" b="1" dirty="0">
                <a:solidFill>
                  <a:schemeClr val="tx2"/>
                </a:solidFill>
                <a:ea typeface="Calibri"/>
                <a:cs typeface="Calibri"/>
              </a:rPr>
              <a:t>[Level3_Decision1_OptionB]</a:t>
            </a:r>
          </a:p>
          <a:p>
            <a:endParaRPr lang="en-US" dirty="0">
              <a:cs typeface="Calibri"/>
            </a:endParaRPr>
          </a:p>
          <a:p>
            <a:pPr algn="ctr"/>
            <a:endParaRPr lang="en-US" dirty="0">
              <a:cs typeface="Calibri"/>
            </a:endParaRPr>
          </a:p>
        </p:txBody>
      </p:sp>
      <p:sp>
        <p:nvSpPr>
          <p:cNvPr id="8" name="Arrow: Pentagon 7">
            <a:extLst>
              <a:ext uri="{FF2B5EF4-FFF2-40B4-BE49-F238E27FC236}">
                <a16:creationId xmlns:a16="http://schemas.microsoft.com/office/drawing/2014/main" id="{B9D58628-8E27-40B8-97A2-962487099D04}"/>
              </a:ext>
            </a:extLst>
          </p:cNvPr>
          <p:cNvSpPr/>
          <p:nvPr/>
        </p:nvSpPr>
        <p:spPr>
          <a:xfrm>
            <a:off x="105671" y="4230514"/>
            <a:ext cx="1036416" cy="402368"/>
          </a:xfrm>
          <a:prstGeom prst="homePlate">
            <a:avLst/>
          </a:prstGeom>
        </p:spPr>
        <p:style>
          <a:lnRef idx="1">
            <a:schemeClr val="accent6"/>
          </a:lnRef>
          <a:fillRef idx="2">
            <a:schemeClr val="accent6"/>
          </a:fillRef>
          <a:effectRef idx="1">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Optimal</a:t>
            </a:r>
          </a:p>
        </p:txBody>
      </p:sp>
      <p:sp>
        <p:nvSpPr>
          <p:cNvPr id="13" name="Text Placeholder 3">
            <a:extLst>
              <a:ext uri="{FF2B5EF4-FFF2-40B4-BE49-F238E27FC236}">
                <a16:creationId xmlns:a16="http://schemas.microsoft.com/office/drawing/2014/main" id="{656D88BA-6C4E-4A93-8177-7FFB623D8B10}"/>
              </a:ext>
            </a:extLst>
          </p:cNvPr>
          <p:cNvSpPr txBox="1">
            <a:spLocks/>
          </p:cNvSpPr>
          <p:nvPr/>
        </p:nvSpPr>
        <p:spPr>
          <a:xfrm>
            <a:off x="1204754" y="3315458"/>
            <a:ext cx="606420"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en-US" sz="2099"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Titillium WebRegular"/>
              </a:rPr>
              <a:t>A</a:t>
            </a:r>
          </a:p>
        </p:txBody>
      </p:sp>
      <p:sp>
        <p:nvSpPr>
          <p:cNvPr id="14" name="Text Placeholder 3">
            <a:extLst>
              <a:ext uri="{FF2B5EF4-FFF2-40B4-BE49-F238E27FC236}">
                <a16:creationId xmlns:a16="http://schemas.microsoft.com/office/drawing/2014/main" id="{62439D61-B8BF-4A27-A6EC-16CDF42E6B58}"/>
              </a:ext>
            </a:extLst>
          </p:cNvPr>
          <p:cNvSpPr txBox="1">
            <a:spLocks/>
          </p:cNvSpPr>
          <p:nvPr/>
        </p:nvSpPr>
        <p:spPr>
          <a:xfrm>
            <a:off x="1204754" y="4162047"/>
            <a:ext cx="620387"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en-US" sz="2099"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Titillium WebRegular"/>
              </a:rPr>
              <a:t>B</a:t>
            </a: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p:txBody>
      </p:sp>
      <p:sp>
        <p:nvSpPr>
          <p:cNvPr id="15" name="TextBox 14">
            <a:extLst>
              <a:ext uri="{FF2B5EF4-FFF2-40B4-BE49-F238E27FC236}">
                <a16:creationId xmlns:a16="http://schemas.microsoft.com/office/drawing/2014/main" id="{0AD19C7D-898D-4FFF-949A-D7078884AE1E}"/>
              </a:ext>
            </a:extLst>
          </p:cNvPr>
          <p:cNvSpPr txBox="1"/>
          <p:nvPr/>
        </p:nvSpPr>
        <p:spPr>
          <a:xfrm>
            <a:off x="628351" y="6372410"/>
            <a:ext cx="10412618"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Next step for </a:t>
            </a:r>
            <a:r>
              <a:rPr lang="en-US" dirty="0">
                <a:solidFill>
                  <a:prstClr val="black"/>
                </a:solidFill>
                <a:latin typeface="Calibri" panose="020F0502020204030204"/>
              </a:rPr>
              <a:t>both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options: Student will need to choose screen size.</a:t>
            </a:r>
          </a:p>
        </p:txBody>
      </p:sp>
      <p:sp>
        <p:nvSpPr>
          <p:cNvPr id="16" name="TextBox 15">
            <a:extLst>
              <a:ext uri="{FF2B5EF4-FFF2-40B4-BE49-F238E27FC236}">
                <a16:creationId xmlns:a16="http://schemas.microsoft.com/office/drawing/2014/main" id="{8B156C96-9FCB-402F-993D-88D6BF448266}"/>
              </a:ext>
            </a:extLst>
          </p:cNvPr>
          <p:cNvSpPr txBox="1"/>
          <p:nvPr/>
        </p:nvSpPr>
        <p:spPr>
          <a:xfrm>
            <a:off x="628351" y="5384676"/>
            <a:ext cx="10412618" cy="646331"/>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rPr>
              <a:t>Explanation: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C00000"/>
                </a:solidFill>
                <a:latin typeface="Calibri" panose="020F0502020204030204"/>
              </a:rPr>
              <a:t>With this budget, it’s better to choose a budget laptop and hopefully be able to get a printer as well.</a:t>
            </a:r>
            <a:endPar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endParaRPr>
          </a:p>
        </p:txBody>
      </p:sp>
      <p:sp>
        <p:nvSpPr>
          <p:cNvPr id="17" name="TextBox 16">
            <a:extLst>
              <a:ext uri="{FF2B5EF4-FFF2-40B4-BE49-F238E27FC236}">
                <a16:creationId xmlns:a16="http://schemas.microsoft.com/office/drawing/2014/main" id="{BD49D092-98F8-4F71-AB70-985EA1F3BF92}"/>
              </a:ext>
            </a:extLst>
          </p:cNvPr>
          <p:cNvSpPr txBox="1"/>
          <p:nvPr/>
        </p:nvSpPr>
        <p:spPr>
          <a:xfrm>
            <a:off x="628352" y="859289"/>
            <a:ext cx="10412617"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chose to gather relevant information.</a:t>
            </a:r>
          </a:p>
        </p:txBody>
      </p:sp>
      <p:sp>
        <p:nvSpPr>
          <p:cNvPr id="4" name="TextBox 3">
            <a:extLst>
              <a:ext uri="{FF2B5EF4-FFF2-40B4-BE49-F238E27FC236}">
                <a16:creationId xmlns:a16="http://schemas.microsoft.com/office/drawing/2014/main" id="{A24EC160-89E4-4B7D-98F8-A9FD06191A1C}"/>
              </a:ext>
            </a:extLst>
          </p:cNvPr>
          <p:cNvSpPr txBox="1"/>
          <p:nvPr/>
        </p:nvSpPr>
        <p:spPr>
          <a:xfrm>
            <a:off x="628351" y="1372387"/>
            <a:ext cx="10289031" cy="2031325"/>
          </a:xfrm>
          <a:prstGeom prst="rect">
            <a:avLst/>
          </a:prstGeom>
          <a:noFill/>
        </p:spPr>
        <p:txBody>
          <a:bodyPr wrap="square" rtlCol="0">
            <a:spAutoFit/>
          </a:bodyPr>
          <a:lstStyle/>
          <a:p>
            <a:r>
              <a:rPr lang="en-US" dirty="0">
                <a:solidFill>
                  <a:srgbClr val="44546A"/>
                </a:solidFill>
                <a:cs typeface="Calibri"/>
              </a:rPr>
              <a:t>After examining a number of laptop models, you need to decide if you want to go for a high-end model with strong processing power or for an average model. You will primarily be using the computer to do schoolwork, like conducting research, writing papers, and developing presentations. You may also take a beginner data analysis course. Colin mentions that some of his friends have super-powered gaming laptops that have great visuals and incredible speed. Since this is a big purchase, you need to decide what to prioritize. What do you want your laptop to be able to do?</a:t>
            </a:r>
            <a:endParaRPr lang="en-US" dirty="0">
              <a:solidFill>
                <a:srgbClr val="44546A"/>
              </a:solidFill>
              <a:cs typeface="Calibri"/>
              <a:hlinkClick r:id="rId6" action="ppaction://hlinksldjump">
                <a:extLst>
                  <a:ext uri="{A12FA001-AC4F-418D-AE19-62706E023703}">
                    <ahyp:hlinkClr xmlns:ahyp="http://schemas.microsoft.com/office/drawing/2018/hyperlinkcolor" val="tx"/>
                  </a:ext>
                </a:extLst>
              </a:hlinkClick>
            </a:endParaRPr>
          </a:p>
          <a:p>
            <a:endParaRPr lang="en-US" dirty="0"/>
          </a:p>
        </p:txBody>
      </p:sp>
    </p:spTree>
    <p:custDataLst>
      <p:tags r:id="rId1"/>
    </p:custDataLst>
    <p:extLst>
      <p:ext uri="{BB962C8B-B14F-4D97-AF65-F5344CB8AC3E}">
        <p14:creationId xmlns:p14="http://schemas.microsoft.com/office/powerpoint/2010/main" val="208632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9FD969F-D15F-4C99-84D9-6EA950A722B5}"/>
              </a:ext>
            </a:extLst>
          </p:cNvPr>
          <p:cNvSpPr>
            <a:spLocks noGrp="1"/>
          </p:cNvSpPr>
          <p:nvPr>
            <p:ph type="title"/>
          </p:nvPr>
        </p:nvSpPr>
        <p:spPr>
          <a:xfrm>
            <a:off x="561520" y="50871"/>
            <a:ext cx="10412618" cy="1143000"/>
          </a:xfrm>
        </p:spPr>
        <p:txBody>
          <a:bodyPr/>
          <a:lstStyle/>
          <a:p>
            <a:r>
              <a:rPr lang="en-US" dirty="0"/>
              <a:t>Level4_Decision1</a:t>
            </a:r>
          </a:p>
        </p:txBody>
      </p:sp>
      <p:sp>
        <p:nvSpPr>
          <p:cNvPr id="5" name="Rectangle 4">
            <a:extLst>
              <a:ext uri="{FF2B5EF4-FFF2-40B4-BE49-F238E27FC236}">
                <a16:creationId xmlns:a16="http://schemas.microsoft.com/office/drawing/2014/main" id="{95A5BC1C-43FF-41BF-9EAB-472BCCD2BC15}"/>
              </a:ext>
            </a:extLst>
          </p:cNvPr>
          <p:cNvSpPr/>
          <p:nvPr/>
        </p:nvSpPr>
        <p:spPr>
          <a:xfrm>
            <a:off x="1724358" y="3013188"/>
            <a:ext cx="9583280" cy="2460930"/>
          </a:xfrm>
          <a:prstGeom prst="rect">
            <a:avLst/>
          </a:prstGeom>
        </p:spPr>
        <p:txBody>
          <a:bodyPr wrap="square">
            <a:spAutoFit/>
          </a:bodyPr>
          <a:lstStyle/>
          <a:p>
            <a:pPr>
              <a:lnSpc>
                <a:spcPct val="107000"/>
              </a:lnSpc>
              <a:spcAft>
                <a:spcPts val="800"/>
              </a:spcAft>
            </a:pPr>
            <a:r>
              <a:rPr lang="en-US" sz="2000" dirty="0">
                <a:cs typeface="Calibri"/>
                <a:hlinkClick r:id="rId3" action="ppaction://hlinksldjump"/>
              </a:rPr>
              <a:t>I want the best gaming laptop I can buy; I’ll choose a 17-inch laptop that is about 10 lbs.</a:t>
            </a:r>
            <a:r>
              <a:rPr lang="en-US" sz="2000" dirty="0">
                <a:cs typeface="Calibri"/>
              </a:rPr>
              <a:t> </a:t>
            </a:r>
            <a:r>
              <a:rPr lang="en-US" sz="2000" b="1" dirty="0">
                <a:solidFill>
                  <a:schemeClr val="tx2"/>
                </a:solidFill>
                <a:ea typeface="Calibri"/>
                <a:cs typeface="Calibri"/>
              </a:rPr>
              <a:t>[Level4_Decision1_OptionA]</a:t>
            </a:r>
          </a:p>
          <a:p>
            <a:endParaRPr lang="en-US" sz="2000" b="1" dirty="0">
              <a:solidFill>
                <a:schemeClr val="tx2"/>
              </a:solidFill>
              <a:ea typeface="Calibri"/>
              <a:cs typeface="Calibri"/>
            </a:endParaRPr>
          </a:p>
          <a:p>
            <a:r>
              <a:rPr lang="en-US" sz="2000" dirty="0">
                <a:solidFill>
                  <a:schemeClr val="tx2"/>
                </a:solidFill>
                <a:ea typeface="Calibri"/>
                <a:cs typeface="Calibri"/>
                <a:hlinkClick r:id="rId4" action="ppaction://hlinksldjump"/>
              </a:rPr>
              <a:t>I prefer a lighter gaming laptop with a 15-inch screen that weighs around 5 lbs. </a:t>
            </a:r>
            <a:r>
              <a:rPr lang="en-US" sz="2000" b="1" dirty="0">
                <a:solidFill>
                  <a:schemeClr val="tx2"/>
                </a:solidFill>
                <a:ea typeface="Calibri"/>
                <a:cs typeface="Calibri"/>
              </a:rPr>
              <a:t>[Level4_Decision1_OptionB]</a:t>
            </a:r>
            <a:endParaRPr lang="en-US" sz="2000" b="1" dirty="0">
              <a:solidFill>
                <a:schemeClr val="tx2"/>
              </a:solidFill>
              <a:ea typeface="Calibri"/>
              <a:cs typeface="Calibri"/>
              <a:hlinkClick r:id="rId4" action="ppaction://hlinksldjump"/>
            </a:endParaRPr>
          </a:p>
          <a:p>
            <a:endParaRPr lang="en-US" sz="2400" dirty="0">
              <a:cs typeface="Calibri"/>
              <a:hlinkClick r:id="rId4" action="ppaction://hlinksldjump"/>
            </a:endParaRPr>
          </a:p>
          <a:p>
            <a:pPr>
              <a:lnSpc>
                <a:spcPct val="107000"/>
              </a:lnSpc>
              <a:spcAft>
                <a:spcPts val="800"/>
              </a:spcAft>
            </a:pPr>
            <a:endParaRPr lang="en-US" sz="2000" dirty="0">
              <a:solidFill>
                <a:srgbClr val="000000"/>
              </a:solidFill>
              <a:latin typeface="Calibri" panose="020F0502020204030204" pitchFamily="34" charset="0"/>
              <a:ea typeface="Calibri" panose="020F0502020204030204" pitchFamily="34" charset="0"/>
            </a:endParaRPr>
          </a:p>
        </p:txBody>
      </p:sp>
      <p:sp>
        <p:nvSpPr>
          <p:cNvPr id="7" name="Arrow: Pentagon 6">
            <a:extLst>
              <a:ext uri="{FF2B5EF4-FFF2-40B4-BE49-F238E27FC236}">
                <a16:creationId xmlns:a16="http://schemas.microsoft.com/office/drawing/2014/main" id="{485EB75A-FD7F-4711-A6B6-39A3858E9F51}"/>
              </a:ext>
            </a:extLst>
          </p:cNvPr>
          <p:cNvSpPr/>
          <p:nvPr/>
        </p:nvSpPr>
        <p:spPr>
          <a:xfrm>
            <a:off x="345459" y="4165429"/>
            <a:ext cx="1066800" cy="402368"/>
          </a:xfrm>
          <a:prstGeom prst="homePlate">
            <a:avLst/>
          </a:prstGeom>
        </p:spPr>
        <p:style>
          <a:lnRef idx="1">
            <a:schemeClr val="accent6"/>
          </a:lnRef>
          <a:fillRef idx="2">
            <a:schemeClr val="accent6"/>
          </a:fillRef>
          <a:effectRef idx="1">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Optimal</a:t>
            </a:r>
          </a:p>
        </p:txBody>
      </p:sp>
      <p:sp>
        <p:nvSpPr>
          <p:cNvPr id="9" name="Text Placeholder 3">
            <a:extLst>
              <a:ext uri="{FF2B5EF4-FFF2-40B4-BE49-F238E27FC236}">
                <a16:creationId xmlns:a16="http://schemas.microsoft.com/office/drawing/2014/main" id="{E6BA52C5-C9D1-4109-9E1F-104C8DC76397}"/>
              </a:ext>
            </a:extLst>
          </p:cNvPr>
          <p:cNvSpPr txBox="1">
            <a:spLocks/>
          </p:cNvSpPr>
          <p:nvPr/>
        </p:nvSpPr>
        <p:spPr>
          <a:xfrm>
            <a:off x="1412259" y="3000095"/>
            <a:ext cx="62419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en-US" sz="2099"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Titillium WebRegular"/>
              </a:rPr>
              <a:t>A</a:t>
            </a:r>
          </a:p>
        </p:txBody>
      </p:sp>
      <p:sp>
        <p:nvSpPr>
          <p:cNvPr id="10" name="Text Placeholder 3">
            <a:extLst>
              <a:ext uri="{FF2B5EF4-FFF2-40B4-BE49-F238E27FC236}">
                <a16:creationId xmlns:a16="http://schemas.microsoft.com/office/drawing/2014/main" id="{551DE953-516C-4132-8172-51B6628977BF}"/>
              </a:ext>
            </a:extLst>
          </p:cNvPr>
          <p:cNvSpPr txBox="1">
            <a:spLocks/>
          </p:cNvSpPr>
          <p:nvPr/>
        </p:nvSpPr>
        <p:spPr>
          <a:xfrm>
            <a:off x="1397882" y="4121764"/>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en-US" sz="2099"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Titillium WebRegular"/>
              </a:rPr>
              <a:t>B</a:t>
            </a: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p:txBody>
      </p:sp>
      <p:sp>
        <p:nvSpPr>
          <p:cNvPr id="11" name="TextBox 10">
            <a:extLst>
              <a:ext uri="{FF2B5EF4-FFF2-40B4-BE49-F238E27FC236}">
                <a16:creationId xmlns:a16="http://schemas.microsoft.com/office/drawing/2014/main" id="{7AE22174-95B2-47CF-95B8-30442BB37694}"/>
              </a:ext>
            </a:extLst>
          </p:cNvPr>
          <p:cNvSpPr txBox="1"/>
          <p:nvPr/>
        </p:nvSpPr>
        <p:spPr>
          <a:xfrm>
            <a:off x="561520" y="6069874"/>
            <a:ext cx="10412618" cy="646331"/>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lvl="0">
              <a:defRPr/>
            </a:pPr>
            <a:r>
              <a:rPr lang="en-US" dirty="0">
                <a:solidFill>
                  <a:prstClr val="black"/>
                </a:solidFill>
              </a:rPr>
              <a:t>If Option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 </a:t>
            </a:r>
            <a:r>
              <a:rPr lang="en-US" dirty="0">
                <a:solidFill>
                  <a:prstClr val="black"/>
                </a:solidFill>
              </a:rPr>
              <a:t>Device doesn’t meet the requirements.</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r>
              <a:rPr lang="en-US" dirty="0">
                <a:solidFill>
                  <a:prstClr val="black"/>
                </a:solidFill>
              </a:rPr>
              <a:t>If Option B: Student will need to choose an OS.</a:t>
            </a:r>
          </a:p>
        </p:txBody>
      </p:sp>
      <p:sp>
        <p:nvSpPr>
          <p:cNvPr id="12" name="TextBox 11">
            <a:extLst>
              <a:ext uri="{FF2B5EF4-FFF2-40B4-BE49-F238E27FC236}">
                <a16:creationId xmlns:a16="http://schemas.microsoft.com/office/drawing/2014/main" id="{3B221A4C-01E5-4197-828C-AB985E971013}"/>
              </a:ext>
            </a:extLst>
          </p:cNvPr>
          <p:cNvSpPr txBox="1"/>
          <p:nvPr/>
        </p:nvSpPr>
        <p:spPr>
          <a:xfrm>
            <a:off x="561520" y="5013830"/>
            <a:ext cx="10412618" cy="646331"/>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rPr>
              <a:t>Explanation: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C00000"/>
                </a:solidFill>
                <a:latin typeface="Calibri" panose="020F0502020204030204"/>
              </a:rPr>
              <a:t>A 17-inch gaming laptop will not fit in the budget.</a:t>
            </a:r>
            <a:endPar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endParaRPr>
          </a:p>
        </p:txBody>
      </p:sp>
      <p:sp>
        <p:nvSpPr>
          <p:cNvPr id="14" name="TextBox 13">
            <a:extLst>
              <a:ext uri="{FF2B5EF4-FFF2-40B4-BE49-F238E27FC236}">
                <a16:creationId xmlns:a16="http://schemas.microsoft.com/office/drawing/2014/main" id="{C2ACFC19-E858-4E23-AEC0-12F9612AEAD7}"/>
              </a:ext>
            </a:extLst>
          </p:cNvPr>
          <p:cNvSpPr txBox="1"/>
          <p:nvPr/>
        </p:nvSpPr>
        <p:spPr>
          <a:xfrm>
            <a:off x="561521" y="859125"/>
            <a:ext cx="10412617"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chose to buy a gaming laptop.</a:t>
            </a:r>
          </a:p>
        </p:txBody>
      </p:sp>
      <p:sp>
        <p:nvSpPr>
          <p:cNvPr id="2" name="TextBox 1">
            <a:extLst>
              <a:ext uri="{FF2B5EF4-FFF2-40B4-BE49-F238E27FC236}">
                <a16:creationId xmlns:a16="http://schemas.microsoft.com/office/drawing/2014/main" id="{1D8AE4EA-2C30-4B02-92FE-C1C948E6728F}"/>
              </a:ext>
            </a:extLst>
          </p:cNvPr>
          <p:cNvSpPr txBox="1"/>
          <p:nvPr/>
        </p:nvSpPr>
        <p:spPr>
          <a:xfrm>
            <a:off x="561521" y="1355524"/>
            <a:ext cx="10412617" cy="1754326"/>
          </a:xfrm>
          <a:prstGeom prst="rect">
            <a:avLst/>
          </a:prstGeom>
          <a:noFill/>
        </p:spPr>
        <p:txBody>
          <a:bodyPr wrap="square" rtlCol="0">
            <a:spAutoFit/>
          </a:bodyPr>
          <a:lstStyle/>
          <a:p>
            <a:r>
              <a:rPr lang="en-US" dirty="0">
                <a:solidFill>
                  <a:srgbClr val="44546A"/>
                </a:solidFill>
                <a:cs typeface="Calibri"/>
              </a:rPr>
              <a:t>Now that you’ve decided you want a gaming laptop, you are learning more about them. Built to render processor-intensive graphics, gaming computers push the limits of basic specifications to do everything from photo processing to virtual reality modeling. Gaming laptops and are typically heavier than thin laptops because they have higher-end graphics cards, powerful processors, and lots of RAM. What type of gaming laptop do you want?</a:t>
            </a:r>
          </a:p>
          <a:p>
            <a:endParaRPr lang="en-US" dirty="0"/>
          </a:p>
        </p:txBody>
      </p:sp>
    </p:spTree>
    <p:extLst>
      <p:ext uri="{BB962C8B-B14F-4D97-AF65-F5344CB8AC3E}">
        <p14:creationId xmlns:p14="http://schemas.microsoft.com/office/powerpoint/2010/main" val="23921845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CAE1ECA0-4ACE-481C-A7B3-307E60CB66F9}"/>
              </a:ext>
            </a:extLst>
          </p:cNvPr>
          <p:cNvSpPr>
            <a:spLocks noGrp="1"/>
          </p:cNvSpPr>
          <p:nvPr>
            <p:ph type="title"/>
          </p:nvPr>
        </p:nvSpPr>
        <p:spPr>
          <a:xfrm>
            <a:off x="891824" y="117144"/>
            <a:ext cx="10412618" cy="1143000"/>
          </a:xfrm>
        </p:spPr>
        <p:txBody>
          <a:bodyPr/>
          <a:lstStyle/>
          <a:p>
            <a:r>
              <a:rPr lang="en-JM" dirty="0"/>
              <a:t>Level4_Story1</a:t>
            </a:r>
            <a:br>
              <a:rPr lang="en-JM" dirty="0"/>
            </a:br>
            <a:endParaRPr lang="en-JM" dirty="0"/>
          </a:p>
        </p:txBody>
      </p:sp>
      <p:sp>
        <p:nvSpPr>
          <p:cNvPr id="2" name="TextBox 1">
            <a:extLst>
              <a:ext uri="{FF2B5EF4-FFF2-40B4-BE49-F238E27FC236}">
                <a16:creationId xmlns:a16="http://schemas.microsoft.com/office/drawing/2014/main" id="{8E61185D-0285-4C9D-8544-02C370D1F1FF}"/>
              </a:ext>
            </a:extLst>
          </p:cNvPr>
          <p:cNvSpPr txBox="1"/>
          <p:nvPr/>
        </p:nvSpPr>
        <p:spPr>
          <a:xfrm>
            <a:off x="887558" y="2835805"/>
            <a:ext cx="10412618" cy="1754326"/>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dirty="0">
              <a:cs typeface="Calibri"/>
            </a:endParaRPr>
          </a:p>
          <a:p>
            <a:pPr marL="342900" indent="-342900">
              <a:buFont typeface="+mj-lt"/>
              <a:buAutoNum type="alphaUcPeriod"/>
            </a:pPr>
            <a:endParaRPr lang="en-US" dirty="0">
              <a:cs typeface="Calibri"/>
            </a:endParaRPr>
          </a:p>
          <a:p>
            <a:r>
              <a:rPr lang="en-US" b="1" dirty="0">
                <a:cs typeface="Calibri"/>
                <a:hlinkClick r:id="rId4" action="ppaction://hlinksldjump"/>
              </a:rPr>
              <a:t>Continue</a:t>
            </a:r>
            <a:endParaRPr lang="en-US" b="1" dirty="0">
              <a:solidFill>
                <a:schemeClr val="tx2"/>
              </a:solidFill>
              <a:ea typeface="Calibri"/>
              <a:cs typeface="Calibri"/>
            </a:endParaRPr>
          </a:p>
          <a:p>
            <a:pPr marL="342900" indent="-342900">
              <a:buFont typeface="+mj-lt"/>
              <a:buAutoNum type="alphaUcPeriod"/>
            </a:pPr>
            <a:endParaRPr lang="en-US" dirty="0">
              <a:cs typeface="Calibri"/>
            </a:endParaRPr>
          </a:p>
          <a:p>
            <a:pPr marL="342900" indent="-342900">
              <a:buFont typeface="+mj-lt"/>
              <a:buAutoNum type="alphaUcPeriod"/>
            </a:pPr>
            <a:endParaRPr lang="en-US" dirty="0">
              <a:cs typeface="Calibri"/>
            </a:endParaRPr>
          </a:p>
          <a:p>
            <a:pPr algn="ctr"/>
            <a:endParaRPr lang="en-US" dirty="0">
              <a:cs typeface="Calibri"/>
            </a:endParaRPr>
          </a:p>
        </p:txBody>
      </p:sp>
      <p:sp>
        <p:nvSpPr>
          <p:cNvPr id="9" name="TextBox 8">
            <a:extLst>
              <a:ext uri="{FF2B5EF4-FFF2-40B4-BE49-F238E27FC236}">
                <a16:creationId xmlns:a16="http://schemas.microsoft.com/office/drawing/2014/main" id="{63994895-104C-4E16-92C9-8765E2C862CC}"/>
              </a:ext>
            </a:extLst>
          </p:cNvPr>
          <p:cNvSpPr txBox="1"/>
          <p:nvPr/>
        </p:nvSpPr>
        <p:spPr>
          <a:xfrm>
            <a:off x="887558" y="5868642"/>
            <a:ext cx="10412618"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lvl="0">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Next step: </a:t>
            </a:r>
            <a:r>
              <a:rPr lang="en-US" dirty="0">
                <a:solidFill>
                  <a:prstClr val="black"/>
                </a:solidFill>
              </a:rPr>
              <a:t>Device doesn’t meet the requirements.</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Box 9">
            <a:extLst>
              <a:ext uri="{FF2B5EF4-FFF2-40B4-BE49-F238E27FC236}">
                <a16:creationId xmlns:a16="http://schemas.microsoft.com/office/drawing/2014/main" id="{DCD22935-20D7-4DFE-BF71-9403B009150C}"/>
              </a:ext>
            </a:extLst>
          </p:cNvPr>
          <p:cNvSpPr txBox="1"/>
          <p:nvPr/>
        </p:nvSpPr>
        <p:spPr>
          <a:xfrm>
            <a:off x="887559" y="688644"/>
            <a:ext cx="10412617"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chose to buy a 17-inch laptop.</a:t>
            </a:r>
          </a:p>
        </p:txBody>
      </p:sp>
      <p:sp>
        <p:nvSpPr>
          <p:cNvPr id="4" name="TextBox 3">
            <a:extLst>
              <a:ext uri="{FF2B5EF4-FFF2-40B4-BE49-F238E27FC236}">
                <a16:creationId xmlns:a16="http://schemas.microsoft.com/office/drawing/2014/main" id="{2300B633-5AB6-433F-8976-0CC6571656E9}"/>
              </a:ext>
            </a:extLst>
          </p:cNvPr>
          <p:cNvSpPr txBox="1"/>
          <p:nvPr/>
        </p:nvSpPr>
        <p:spPr>
          <a:xfrm>
            <a:off x="887559" y="1260144"/>
            <a:ext cx="10412618" cy="1754326"/>
          </a:xfrm>
          <a:prstGeom prst="rect">
            <a:avLst/>
          </a:prstGeom>
          <a:noFill/>
        </p:spPr>
        <p:txBody>
          <a:bodyPr wrap="square" rtlCol="0">
            <a:spAutoFit/>
          </a:bodyPr>
          <a:lstStyle/>
          <a:p>
            <a:r>
              <a:rPr lang="en-US" dirty="0">
                <a:solidFill>
                  <a:srgbClr val="44546A"/>
                </a:solidFill>
                <a:cs typeface="Calibri"/>
              </a:rPr>
              <a:t>You ordered a high-end gaming laptop online and it has finally arrived! Your used the entire $750 scholarship and another $300 of your own money to get the model you wanted. You are very excited to set up your new computer and to bring it to your classes. While it performs very quickly, your back is hurting from carrying around the heavy laptop all day. As the semester goes on, you choose to leave your laptop at home and just use the library computers during the day instead. After all, you need to go to the library for printing.</a:t>
            </a:r>
          </a:p>
          <a:p>
            <a:endParaRPr lang="en-US" dirty="0"/>
          </a:p>
        </p:txBody>
      </p:sp>
    </p:spTree>
    <p:custDataLst>
      <p:tags r:id="rId1"/>
    </p:custDataLst>
    <p:extLst>
      <p:ext uri="{BB962C8B-B14F-4D97-AF65-F5344CB8AC3E}">
        <p14:creationId xmlns:p14="http://schemas.microsoft.com/office/powerpoint/2010/main" val="17479620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9FD969F-D15F-4C99-84D9-6EA950A722B5}"/>
              </a:ext>
            </a:extLst>
          </p:cNvPr>
          <p:cNvSpPr>
            <a:spLocks noGrp="1"/>
          </p:cNvSpPr>
          <p:nvPr>
            <p:ph type="title"/>
          </p:nvPr>
        </p:nvSpPr>
        <p:spPr>
          <a:xfrm>
            <a:off x="561519" y="-172412"/>
            <a:ext cx="10412618" cy="1143000"/>
          </a:xfrm>
        </p:spPr>
        <p:txBody>
          <a:bodyPr/>
          <a:lstStyle/>
          <a:p>
            <a:r>
              <a:rPr lang="en-US" dirty="0"/>
              <a:t>Level4_Decision2</a:t>
            </a:r>
          </a:p>
        </p:txBody>
      </p:sp>
      <p:sp>
        <p:nvSpPr>
          <p:cNvPr id="5" name="Rectangle 4">
            <a:extLst>
              <a:ext uri="{FF2B5EF4-FFF2-40B4-BE49-F238E27FC236}">
                <a16:creationId xmlns:a16="http://schemas.microsoft.com/office/drawing/2014/main" id="{95A5BC1C-43FF-41BF-9EAB-472BCCD2BC15}"/>
              </a:ext>
            </a:extLst>
          </p:cNvPr>
          <p:cNvSpPr/>
          <p:nvPr/>
        </p:nvSpPr>
        <p:spPr>
          <a:xfrm>
            <a:off x="1463142" y="2714374"/>
            <a:ext cx="9891624" cy="2764346"/>
          </a:xfrm>
          <a:prstGeom prst="rect">
            <a:avLst/>
          </a:prstGeom>
        </p:spPr>
        <p:txBody>
          <a:bodyPr wrap="square">
            <a:spAutoFit/>
          </a:bodyPr>
          <a:lstStyle/>
          <a:p>
            <a:pPr>
              <a:lnSpc>
                <a:spcPct val="107000"/>
              </a:lnSpc>
              <a:spcAft>
                <a:spcPts val="800"/>
              </a:spcAft>
            </a:pPr>
            <a:r>
              <a:rPr lang="en-US" dirty="0">
                <a:cs typeface="Calibri"/>
                <a:hlinkClick r:id="rId3" action="ppaction://hlinksldjump"/>
              </a:rPr>
              <a:t>I want a big screen, so I’ll choose a laptop with a 17-inch screen that is about 10 lbs.</a:t>
            </a:r>
            <a:r>
              <a:rPr lang="en-US" dirty="0">
                <a:cs typeface="Calibri"/>
              </a:rPr>
              <a:t> </a:t>
            </a:r>
            <a:r>
              <a:rPr lang="en-US" b="1" dirty="0">
                <a:solidFill>
                  <a:schemeClr val="tx2"/>
                </a:solidFill>
                <a:ea typeface="Calibri"/>
                <a:cs typeface="Calibri"/>
              </a:rPr>
              <a:t>[Level4_Decision2_OptionA]</a:t>
            </a:r>
          </a:p>
          <a:p>
            <a:endParaRPr lang="en-US" b="1" dirty="0">
              <a:solidFill>
                <a:schemeClr val="tx2"/>
              </a:solidFill>
              <a:ea typeface="Calibri"/>
              <a:cs typeface="Calibri"/>
              <a:hlinkClick r:id="rId4" action="ppaction://hlinksldjump"/>
            </a:endParaRPr>
          </a:p>
          <a:p>
            <a:r>
              <a:rPr lang="en-US" dirty="0">
                <a:solidFill>
                  <a:schemeClr val="tx2"/>
                </a:solidFill>
                <a:ea typeface="Calibri"/>
                <a:cs typeface="Calibri"/>
                <a:hlinkClick r:id="rId4" action="ppaction://hlinksldjump"/>
              </a:rPr>
              <a:t>I would like a laptop with a 15-inch screen that is about 5 lbs. </a:t>
            </a:r>
            <a:r>
              <a:rPr lang="en-US" b="1" dirty="0">
                <a:solidFill>
                  <a:schemeClr val="tx2"/>
                </a:solidFill>
                <a:ea typeface="Calibri"/>
                <a:cs typeface="Calibri"/>
              </a:rPr>
              <a:t>[Level4_Decision2_OptionB]</a:t>
            </a:r>
          </a:p>
          <a:p>
            <a:endParaRPr lang="en-US" b="1" dirty="0">
              <a:solidFill>
                <a:schemeClr val="tx2"/>
              </a:solidFill>
              <a:ea typeface="Calibri"/>
              <a:cs typeface="Calibri"/>
              <a:hlinkClick r:id="rId4" action="ppaction://hlinksldjump"/>
            </a:endParaRPr>
          </a:p>
          <a:p>
            <a:r>
              <a:rPr lang="en-US" dirty="0">
                <a:solidFill>
                  <a:schemeClr val="tx2"/>
                </a:solidFill>
                <a:ea typeface="Calibri"/>
                <a:cs typeface="Calibri"/>
                <a:hlinkClick r:id="rId5" action="ppaction://hlinksldjump"/>
              </a:rPr>
              <a:t>I would like a laptop with a 13-inch screen that is about 3 lbs. </a:t>
            </a:r>
            <a:r>
              <a:rPr lang="en-US" b="1" dirty="0">
                <a:solidFill>
                  <a:schemeClr val="tx2"/>
                </a:solidFill>
                <a:ea typeface="Calibri"/>
                <a:cs typeface="Calibri"/>
              </a:rPr>
              <a:t>[Level4_Decision2_OptionC]</a:t>
            </a:r>
            <a:endParaRPr lang="en-US" b="1" dirty="0">
              <a:solidFill>
                <a:schemeClr val="tx2"/>
              </a:solidFill>
              <a:ea typeface="Calibri"/>
              <a:cs typeface="Calibri"/>
              <a:hlinkClick r:id="rId6" action="ppaction://hlinksldjump"/>
            </a:endParaRPr>
          </a:p>
          <a:p>
            <a:endParaRPr lang="en-US" b="1" dirty="0">
              <a:solidFill>
                <a:schemeClr val="tx2"/>
              </a:solidFill>
              <a:ea typeface="Calibri"/>
              <a:cs typeface="Calibri"/>
              <a:hlinkClick r:id="rId4" action="ppaction://hlinksldjump"/>
            </a:endParaRPr>
          </a:p>
          <a:p>
            <a:pPr marL="457200" indent="-457200">
              <a:buAutoNum type="alphaUcPeriod"/>
            </a:pPr>
            <a:endParaRPr lang="en-US" dirty="0">
              <a:cs typeface="Calibri"/>
              <a:hlinkClick r:id="rId4" action="ppaction://hlinksldjump"/>
            </a:endParaRPr>
          </a:p>
          <a:p>
            <a:pPr>
              <a:lnSpc>
                <a:spcPct val="107000"/>
              </a:lnSpc>
              <a:spcAft>
                <a:spcPts val="800"/>
              </a:spcAft>
            </a:pPr>
            <a:endParaRPr lang="en-US" sz="2000" dirty="0">
              <a:solidFill>
                <a:srgbClr val="000000"/>
              </a:solidFill>
              <a:latin typeface="Calibri" panose="020F0502020204030204" pitchFamily="34" charset="0"/>
              <a:ea typeface="Calibri" panose="020F0502020204030204" pitchFamily="34" charset="0"/>
            </a:endParaRPr>
          </a:p>
        </p:txBody>
      </p:sp>
      <p:sp>
        <p:nvSpPr>
          <p:cNvPr id="6" name="Arrow: Pentagon 5">
            <a:extLst>
              <a:ext uri="{FF2B5EF4-FFF2-40B4-BE49-F238E27FC236}">
                <a16:creationId xmlns:a16="http://schemas.microsoft.com/office/drawing/2014/main" id="{11DA1E00-E3A5-4CB9-B3C7-590B9080AAED}"/>
              </a:ext>
            </a:extLst>
          </p:cNvPr>
          <p:cNvSpPr/>
          <p:nvPr/>
        </p:nvSpPr>
        <p:spPr>
          <a:xfrm>
            <a:off x="159643" y="3640270"/>
            <a:ext cx="1066800" cy="402368"/>
          </a:xfrm>
          <a:prstGeom prst="homePlate">
            <a:avLst/>
          </a:prstGeom>
        </p:spPr>
        <p:style>
          <a:lnRef idx="1">
            <a:schemeClr val="accent6"/>
          </a:lnRef>
          <a:fillRef idx="2">
            <a:schemeClr val="accent6"/>
          </a:fillRef>
          <a:effectRef idx="1">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Optimal</a:t>
            </a:r>
          </a:p>
        </p:txBody>
      </p:sp>
      <p:sp>
        <p:nvSpPr>
          <p:cNvPr id="8" name="Arrow: Pentagon 7">
            <a:extLst>
              <a:ext uri="{FF2B5EF4-FFF2-40B4-BE49-F238E27FC236}">
                <a16:creationId xmlns:a16="http://schemas.microsoft.com/office/drawing/2014/main" id="{1F9442F6-B882-4F0F-8487-05147C196FDC}"/>
              </a:ext>
            </a:extLst>
          </p:cNvPr>
          <p:cNvSpPr/>
          <p:nvPr/>
        </p:nvSpPr>
        <p:spPr>
          <a:xfrm>
            <a:off x="159643" y="4192529"/>
            <a:ext cx="1066800" cy="402368"/>
          </a:xfrm>
          <a:prstGeom prst="homePlate">
            <a:avLst/>
          </a:prstGeom>
        </p:spPr>
        <p:style>
          <a:lnRef idx="1">
            <a:schemeClr val="accent6"/>
          </a:lnRef>
          <a:fillRef idx="2">
            <a:schemeClr val="accent6"/>
          </a:fillRef>
          <a:effectRef idx="1">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Optimal</a:t>
            </a:r>
          </a:p>
        </p:txBody>
      </p:sp>
      <p:sp>
        <p:nvSpPr>
          <p:cNvPr id="9" name="Text Placeholder 3">
            <a:extLst>
              <a:ext uri="{FF2B5EF4-FFF2-40B4-BE49-F238E27FC236}">
                <a16:creationId xmlns:a16="http://schemas.microsoft.com/office/drawing/2014/main" id="{663374D5-5D60-4D3D-B1C2-AC8E6888A74C}"/>
              </a:ext>
            </a:extLst>
          </p:cNvPr>
          <p:cNvSpPr txBox="1">
            <a:spLocks/>
          </p:cNvSpPr>
          <p:nvPr/>
        </p:nvSpPr>
        <p:spPr>
          <a:xfrm>
            <a:off x="1158094" y="2514788"/>
            <a:ext cx="62419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200000"/>
              </a:lnSpc>
              <a:spcBef>
                <a:spcPct val="20000"/>
              </a:spcBef>
              <a:spcAft>
                <a:spcPts val="0"/>
              </a:spcAft>
              <a:buClrTx/>
              <a:buSzTx/>
              <a:buFont typeface="Arial"/>
              <a:buNone/>
              <a:tabLst/>
              <a:defRPr/>
            </a:pPr>
            <a:r>
              <a:rPr kumimoji="0" lang="en-US" sz="180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Titillium WebRegular"/>
              </a:rPr>
              <a:t>A</a:t>
            </a:r>
          </a:p>
        </p:txBody>
      </p:sp>
      <p:sp>
        <p:nvSpPr>
          <p:cNvPr id="10" name="Text Placeholder 3">
            <a:extLst>
              <a:ext uri="{FF2B5EF4-FFF2-40B4-BE49-F238E27FC236}">
                <a16:creationId xmlns:a16="http://schemas.microsoft.com/office/drawing/2014/main" id="{8AC192FB-7C2D-4A98-BCB7-7DA6491C420A}"/>
              </a:ext>
            </a:extLst>
          </p:cNvPr>
          <p:cNvSpPr txBox="1">
            <a:spLocks/>
          </p:cNvSpPr>
          <p:nvPr/>
        </p:nvSpPr>
        <p:spPr>
          <a:xfrm>
            <a:off x="1142464" y="3468805"/>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200000"/>
              </a:lnSpc>
              <a:spcBef>
                <a:spcPct val="20000"/>
              </a:spcBef>
              <a:spcAft>
                <a:spcPts val="0"/>
              </a:spcAft>
              <a:buClrTx/>
              <a:buSzTx/>
              <a:buFont typeface="Arial"/>
              <a:buNone/>
              <a:tabLst/>
              <a:defRPr/>
            </a:pPr>
            <a:r>
              <a:rPr kumimoji="0" lang="en-US" sz="180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Titillium WebRegular"/>
              </a:rPr>
              <a:t>B</a:t>
            </a:r>
          </a:p>
          <a:p>
            <a:pPr marL="0" marR="0" lvl="0" indent="0" algn="l" defTabSz="457200" rtl="0" eaLnBrk="1" fontAlgn="auto" latinLnBrk="0" hangingPunct="1">
              <a:lnSpc>
                <a:spcPct val="200000"/>
              </a:lnSpc>
              <a:spcBef>
                <a:spcPct val="20000"/>
              </a:spcBef>
              <a:spcAft>
                <a:spcPts val="0"/>
              </a:spcAft>
              <a:buClrTx/>
              <a:buSzTx/>
              <a:buFont typeface="Arial"/>
              <a:buNone/>
              <a:tabLst/>
              <a:defRPr/>
            </a:pPr>
            <a:endParaRPr kumimoji="0" lang="en-US" sz="180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a:p>
            <a:pPr marL="0" marR="0" lvl="0" indent="0" algn="l" defTabSz="457200" rtl="0" eaLnBrk="1" fontAlgn="auto" latinLnBrk="0" hangingPunct="1">
              <a:lnSpc>
                <a:spcPct val="200000"/>
              </a:lnSpc>
              <a:spcBef>
                <a:spcPct val="20000"/>
              </a:spcBef>
              <a:spcAft>
                <a:spcPts val="0"/>
              </a:spcAft>
              <a:buClrTx/>
              <a:buSzTx/>
              <a:buFont typeface="Arial"/>
              <a:buNone/>
              <a:tabLst/>
              <a:defRPr/>
            </a:pPr>
            <a:endParaRPr kumimoji="0" lang="en-US" sz="180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a:p>
            <a:pPr marL="0" marR="0" lvl="0" indent="0" algn="l" defTabSz="457200" rtl="0" eaLnBrk="1" fontAlgn="auto" latinLnBrk="0" hangingPunct="1">
              <a:lnSpc>
                <a:spcPct val="200000"/>
              </a:lnSpc>
              <a:spcBef>
                <a:spcPct val="20000"/>
              </a:spcBef>
              <a:spcAft>
                <a:spcPts val="0"/>
              </a:spcAft>
              <a:buClrTx/>
              <a:buSzTx/>
              <a:buFont typeface="Arial"/>
              <a:buNone/>
              <a:tabLst/>
              <a:defRPr/>
            </a:pPr>
            <a:endParaRPr kumimoji="0" lang="en-US" sz="180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p:txBody>
      </p:sp>
      <p:sp>
        <p:nvSpPr>
          <p:cNvPr id="11" name="Text Placeholder 3">
            <a:extLst>
              <a:ext uri="{FF2B5EF4-FFF2-40B4-BE49-F238E27FC236}">
                <a16:creationId xmlns:a16="http://schemas.microsoft.com/office/drawing/2014/main" id="{AF288534-C431-4F0F-9591-7128D4B1EB8F}"/>
              </a:ext>
            </a:extLst>
          </p:cNvPr>
          <p:cNvSpPr txBox="1">
            <a:spLocks/>
          </p:cNvSpPr>
          <p:nvPr/>
        </p:nvSpPr>
        <p:spPr>
          <a:xfrm>
            <a:off x="1135275" y="4028810"/>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200000"/>
              </a:lnSpc>
              <a:spcBef>
                <a:spcPct val="20000"/>
              </a:spcBef>
              <a:spcAft>
                <a:spcPts val="0"/>
              </a:spcAft>
              <a:buClrTx/>
              <a:buSzTx/>
              <a:buFont typeface="Arial"/>
              <a:buNone/>
              <a:tabLst/>
              <a:defRPr/>
            </a:pPr>
            <a:r>
              <a:rPr lang="en-US" sz="1800" b="1" dirty="0">
                <a:solidFill>
                  <a:srgbClr val="4472C4">
                    <a:lumMod val="75000"/>
                  </a:srgbClr>
                </a:solidFill>
                <a:latin typeface="Calibri Light" panose="020F0302020204030204"/>
                <a:cs typeface="Titillium WebRegular"/>
              </a:rPr>
              <a:t>C</a:t>
            </a:r>
            <a:endParaRPr kumimoji="0" lang="en-US" sz="180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Titillium WebRegular"/>
            </a:endParaRPr>
          </a:p>
          <a:p>
            <a:pPr marL="0" marR="0" lvl="0" indent="0" algn="l" defTabSz="457200" rtl="0" eaLnBrk="1" fontAlgn="auto" latinLnBrk="0" hangingPunct="1">
              <a:lnSpc>
                <a:spcPct val="200000"/>
              </a:lnSpc>
              <a:spcBef>
                <a:spcPct val="20000"/>
              </a:spcBef>
              <a:spcAft>
                <a:spcPts val="0"/>
              </a:spcAft>
              <a:buClrTx/>
              <a:buSzTx/>
              <a:buFont typeface="Arial"/>
              <a:buNone/>
              <a:tabLst/>
              <a:defRPr/>
            </a:pPr>
            <a:endParaRPr kumimoji="0" lang="en-US" sz="180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a:p>
            <a:pPr marL="0" marR="0" lvl="0" indent="0" algn="l" defTabSz="457200" rtl="0" eaLnBrk="1" fontAlgn="auto" latinLnBrk="0" hangingPunct="1">
              <a:lnSpc>
                <a:spcPct val="200000"/>
              </a:lnSpc>
              <a:spcBef>
                <a:spcPct val="20000"/>
              </a:spcBef>
              <a:spcAft>
                <a:spcPts val="0"/>
              </a:spcAft>
              <a:buClrTx/>
              <a:buSzTx/>
              <a:buFont typeface="Arial"/>
              <a:buNone/>
              <a:tabLst/>
              <a:defRPr/>
            </a:pPr>
            <a:endParaRPr kumimoji="0" lang="en-US" sz="180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a:p>
            <a:pPr marL="0" marR="0" lvl="0" indent="0" algn="l" defTabSz="457200" rtl="0" eaLnBrk="1" fontAlgn="auto" latinLnBrk="0" hangingPunct="1">
              <a:lnSpc>
                <a:spcPct val="200000"/>
              </a:lnSpc>
              <a:spcBef>
                <a:spcPct val="20000"/>
              </a:spcBef>
              <a:spcAft>
                <a:spcPts val="0"/>
              </a:spcAft>
              <a:buClrTx/>
              <a:buSzTx/>
              <a:buFont typeface="Arial"/>
              <a:buNone/>
              <a:tabLst/>
              <a:defRPr/>
            </a:pPr>
            <a:endParaRPr kumimoji="0" lang="en-US" sz="180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p:txBody>
      </p:sp>
      <p:sp>
        <p:nvSpPr>
          <p:cNvPr id="12" name="TextBox 11">
            <a:extLst>
              <a:ext uri="{FF2B5EF4-FFF2-40B4-BE49-F238E27FC236}">
                <a16:creationId xmlns:a16="http://schemas.microsoft.com/office/drawing/2014/main" id="{82731F8D-FE54-45AF-BEDA-EA159C741713}"/>
              </a:ext>
            </a:extLst>
          </p:cNvPr>
          <p:cNvSpPr txBox="1"/>
          <p:nvPr/>
        </p:nvSpPr>
        <p:spPr>
          <a:xfrm>
            <a:off x="561519" y="5998454"/>
            <a:ext cx="10412618" cy="646331"/>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lvl="0">
              <a:defRPr/>
            </a:pPr>
            <a:r>
              <a:rPr lang="en-US" dirty="0">
                <a:solidFill>
                  <a:prstClr val="black"/>
                </a:solidFill>
              </a:rPr>
              <a:t>If Option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 </a:t>
            </a:r>
            <a:r>
              <a:rPr lang="en-US" dirty="0">
                <a:solidFill>
                  <a:prstClr val="black"/>
                </a:solidFill>
              </a:rPr>
              <a:t>Device doesn’t meet the requirements.</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r>
              <a:rPr lang="en-US" dirty="0">
                <a:solidFill>
                  <a:prstClr val="black"/>
                </a:solidFill>
              </a:rPr>
              <a:t>If Option B or C: Student will need to choose an OS.</a:t>
            </a:r>
          </a:p>
        </p:txBody>
      </p:sp>
      <p:sp>
        <p:nvSpPr>
          <p:cNvPr id="13" name="TextBox 12">
            <a:extLst>
              <a:ext uri="{FF2B5EF4-FFF2-40B4-BE49-F238E27FC236}">
                <a16:creationId xmlns:a16="http://schemas.microsoft.com/office/drawing/2014/main" id="{995496B2-1E17-4EDB-810A-AFE92DEB9FCB}"/>
              </a:ext>
            </a:extLst>
          </p:cNvPr>
          <p:cNvSpPr txBox="1"/>
          <p:nvPr/>
        </p:nvSpPr>
        <p:spPr>
          <a:xfrm>
            <a:off x="561519" y="4929870"/>
            <a:ext cx="10412618" cy="646331"/>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rPr>
              <a:t>Explanation:</a:t>
            </a:r>
          </a:p>
          <a:p>
            <a:pPr lvl="0">
              <a:defRPr/>
            </a:pPr>
            <a:r>
              <a:rPr lang="en-US" dirty="0">
                <a:solidFill>
                  <a:srgbClr val="C00000"/>
                </a:solidFill>
              </a:rPr>
              <a:t>A 17-inch laptop will not fit in the budget.</a:t>
            </a:r>
            <a:endPar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endParaRPr>
          </a:p>
        </p:txBody>
      </p:sp>
      <p:sp>
        <p:nvSpPr>
          <p:cNvPr id="14" name="TextBox 13">
            <a:extLst>
              <a:ext uri="{FF2B5EF4-FFF2-40B4-BE49-F238E27FC236}">
                <a16:creationId xmlns:a16="http://schemas.microsoft.com/office/drawing/2014/main" id="{6376DD1B-329D-4894-A070-6F7598C1A234}"/>
              </a:ext>
            </a:extLst>
          </p:cNvPr>
          <p:cNvSpPr txBox="1"/>
          <p:nvPr/>
        </p:nvSpPr>
        <p:spPr>
          <a:xfrm>
            <a:off x="568708" y="635468"/>
            <a:ext cx="10412617"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chose to buy a good enough laptop to support Office.</a:t>
            </a:r>
          </a:p>
        </p:txBody>
      </p:sp>
      <p:sp>
        <p:nvSpPr>
          <p:cNvPr id="2" name="TextBox 1">
            <a:extLst>
              <a:ext uri="{FF2B5EF4-FFF2-40B4-BE49-F238E27FC236}">
                <a16:creationId xmlns:a16="http://schemas.microsoft.com/office/drawing/2014/main" id="{66A936FE-02F7-4FA8-B33F-3C658A6564BE}"/>
              </a:ext>
            </a:extLst>
          </p:cNvPr>
          <p:cNvSpPr txBox="1"/>
          <p:nvPr/>
        </p:nvSpPr>
        <p:spPr>
          <a:xfrm>
            <a:off x="558243" y="1164081"/>
            <a:ext cx="10412617" cy="1477328"/>
          </a:xfrm>
          <a:prstGeom prst="rect">
            <a:avLst/>
          </a:prstGeom>
          <a:noFill/>
        </p:spPr>
        <p:txBody>
          <a:bodyPr wrap="square" rtlCol="0">
            <a:spAutoFit/>
          </a:bodyPr>
          <a:lstStyle/>
          <a:p>
            <a:r>
              <a:rPr lang="en-US" dirty="0">
                <a:solidFill>
                  <a:srgbClr val="44546A"/>
                </a:solidFill>
                <a:cs typeface="Calibri"/>
              </a:rPr>
              <a:t>Now that you’ve decided you want a laptop that has everything you need for school, you need to make some decisions about the size. A larger screen would be helpful for using Excel, doing research, and navigating between several windows as you work on a project. A smaller screen would mean you have a lighter laptop that is easier to carry around everyday. What should you choose? </a:t>
            </a:r>
          </a:p>
          <a:p>
            <a:endParaRPr lang="en-US" dirty="0"/>
          </a:p>
        </p:txBody>
      </p:sp>
    </p:spTree>
    <p:extLst>
      <p:ext uri="{BB962C8B-B14F-4D97-AF65-F5344CB8AC3E}">
        <p14:creationId xmlns:p14="http://schemas.microsoft.com/office/powerpoint/2010/main" val="19631260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CAE1ECA0-4ACE-481C-A7B3-307E60CB66F9}"/>
              </a:ext>
            </a:extLst>
          </p:cNvPr>
          <p:cNvSpPr>
            <a:spLocks noGrp="1"/>
          </p:cNvSpPr>
          <p:nvPr>
            <p:ph type="title"/>
          </p:nvPr>
        </p:nvSpPr>
        <p:spPr>
          <a:xfrm>
            <a:off x="779921" y="-214493"/>
            <a:ext cx="10360189" cy="1143000"/>
          </a:xfrm>
        </p:spPr>
        <p:txBody>
          <a:bodyPr>
            <a:normAutofit/>
          </a:bodyPr>
          <a:lstStyle/>
          <a:p>
            <a:r>
              <a:rPr lang="en-US" dirty="0"/>
              <a:t>Level5_Decision1</a:t>
            </a:r>
            <a:endParaRPr lang="en-JM" dirty="0"/>
          </a:p>
        </p:txBody>
      </p:sp>
      <p:sp>
        <p:nvSpPr>
          <p:cNvPr id="2" name="TextBox 1">
            <a:extLst>
              <a:ext uri="{FF2B5EF4-FFF2-40B4-BE49-F238E27FC236}">
                <a16:creationId xmlns:a16="http://schemas.microsoft.com/office/drawing/2014/main" id="{8E61185D-0285-4C9D-8544-02C370D1F1FF}"/>
              </a:ext>
            </a:extLst>
          </p:cNvPr>
          <p:cNvSpPr txBox="1"/>
          <p:nvPr/>
        </p:nvSpPr>
        <p:spPr>
          <a:xfrm>
            <a:off x="1396308" y="4257175"/>
            <a:ext cx="10008581" cy="1754326"/>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solidFill>
                  <a:schemeClr val="tx2"/>
                </a:solidFill>
                <a:ea typeface="Calibri"/>
                <a:cs typeface="Calibri"/>
                <a:hlinkClick r:id="rId4" action="ppaction://hlinksldjump"/>
              </a:rPr>
              <a:t>Buy a Chromebook, what a great deal! </a:t>
            </a:r>
            <a:r>
              <a:rPr lang="en-US" b="1" dirty="0">
                <a:solidFill>
                  <a:schemeClr val="tx2"/>
                </a:solidFill>
                <a:ea typeface="Calibri"/>
                <a:cs typeface="Calibri"/>
              </a:rPr>
              <a:t>[Level5_Decision1_OptionA]</a:t>
            </a:r>
          </a:p>
          <a:p>
            <a:endParaRPr lang="en-US" dirty="0">
              <a:cs typeface="Calibri"/>
              <a:hlinkClick r:id="rId5" action="ppaction://hlinksldjump"/>
            </a:endParaRPr>
          </a:p>
          <a:p>
            <a:r>
              <a:rPr lang="en-US" b="1" dirty="0">
                <a:solidFill>
                  <a:schemeClr val="tx2"/>
                </a:solidFill>
                <a:ea typeface="Calibri"/>
                <a:cs typeface="Calibri"/>
                <a:hlinkClick r:id="rId6" action="ppaction://hlinksldjump"/>
              </a:rPr>
              <a:t>A Windows computer will have everything I need for school, I choose that!</a:t>
            </a:r>
            <a:r>
              <a:rPr lang="en-US" b="1" dirty="0">
                <a:solidFill>
                  <a:schemeClr val="tx2"/>
                </a:solidFill>
                <a:ea typeface="Calibri"/>
                <a:cs typeface="Calibri"/>
              </a:rPr>
              <a:t> [Level5_Decision1_OptionB] </a:t>
            </a:r>
            <a:endParaRPr lang="en-US" dirty="0">
              <a:cs typeface="Calibri"/>
            </a:endParaRPr>
          </a:p>
          <a:p>
            <a:endParaRPr lang="en-US" dirty="0">
              <a:cs typeface="Calibri"/>
            </a:endParaRPr>
          </a:p>
          <a:p>
            <a:endParaRPr lang="en-US" dirty="0">
              <a:cs typeface="Calibri"/>
            </a:endParaRPr>
          </a:p>
          <a:p>
            <a:pPr algn="ctr"/>
            <a:endParaRPr lang="en-US" dirty="0">
              <a:cs typeface="Calibri"/>
            </a:endParaRPr>
          </a:p>
        </p:txBody>
      </p:sp>
      <p:sp>
        <p:nvSpPr>
          <p:cNvPr id="6" name="Arrow: Pentagon 5">
            <a:extLst>
              <a:ext uri="{FF2B5EF4-FFF2-40B4-BE49-F238E27FC236}">
                <a16:creationId xmlns:a16="http://schemas.microsoft.com/office/drawing/2014/main" id="{84F504E8-7104-4750-A6B9-B0B74B568430}"/>
              </a:ext>
            </a:extLst>
          </p:cNvPr>
          <p:cNvSpPr/>
          <p:nvPr/>
        </p:nvSpPr>
        <p:spPr>
          <a:xfrm>
            <a:off x="103432" y="4762850"/>
            <a:ext cx="1066800" cy="402368"/>
          </a:xfrm>
          <a:prstGeom prst="homePlate">
            <a:avLst/>
          </a:prstGeom>
        </p:spPr>
        <p:style>
          <a:lnRef idx="1">
            <a:schemeClr val="accent6"/>
          </a:lnRef>
          <a:fillRef idx="2">
            <a:schemeClr val="accent6"/>
          </a:fillRef>
          <a:effectRef idx="1">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Optimal</a:t>
            </a:r>
          </a:p>
        </p:txBody>
      </p:sp>
      <p:sp>
        <p:nvSpPr>
          <p:cNvPr id="11" name="Text Placeholder 3">
            <a:extLst>
              <a:ext uri="{FF2B5EF4-FFF2-40B4-BE49-F238E27FC236}">
                <a16:creationId xmlns:a16="http://schemas.microsoft.com/office/drawing/2014/main" id="{1DD00D22-ECAA-4F1F-9E4E-4A0282B2BC9C}"/>
              </a:ext>
            </a:extLst>
          </p:cNvPr>
          <p:cNvSpPr txBox="1">
            <a:spLocks/>
          </p:cNvSpPr>
          <p:nvPr/>
        </p:nvSpPr>
        <p:spPr>
          <a:xfrm>
            <a:off x="1091398" y="4205755"/>
            <a:ext cx="62419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en-US" sz="2099"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Titillium WebRegular"/>
              </a:rPr>
              <a:t>A</a:t>
            </a:r>
          </a:p>
        </p:txBody>
      </p:sp>
      <p:sp>
        <p:nvSpPr>
          <p:cNvPr id="12" name="Text Placeholder 3">
            <a:extLst>
              <a:ext uri="{FF2B5EF4-FFF2-40B4-BE49-F238E27FC236}">
                <a16:creationId xmlns:a16="http://schemas.microsoft.com/office/drawing/2014/main" id="{EC4314F2-F6D4-45F4-AC54-731E47E30759}"/>
              </a:ext>
            </a:extLst>
          </p:cNvPr>
          <p:cNvSpPr txBox="1">
            <a:spLocks/>
          </p:cNvSpPr>
          <p:nvPr/>
        </p:nvSpPr>
        <p:spPr>
          <a:xfrm>
            <a:off x="1077021" y="4735106"/>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en-US" sz="2099"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Titillium WebRegular"/>
              </a:rPr>
              <a:t>B</a:t>
            </a: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p:txBody>
      </p:sp>
      <p:sp>
        <p:nvSpPr>
          <p:cNvPr id="13" name="TextBox 12">
            <a:extLst>
              <a:ext uri="{FF2B5EF4-FFF2-40B4-BE49-F238E27FC236}">
                <a16:creationId xmlns:a16="http://schemas.microsoft.com/office/drawing/2014/main" id="{68A432CE-647C-40AE-987A-178ADF252CE4}"/>
              </a:ext>
            </a:extLst>
          </p:cNvPr>
          <p:cNvSpPr txBox="1"/>
          <p:nvPr/>
        </p:nvSpPr>
        <p:spPr>
          <a:xfrm>
            <a:off x="779922" y="6170485"/>
            <a:ext cx="10360189" cy="646331"/>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lvl="0">
              <a:defRPr/>
            </a:pPr>
            <a:r>
              <a:rPr lang="en-US" dirty="0">
                <a:solidFill>
                  <a:prstClr val="black"/>
                </a:solidFill>
              </a:rPr>
              <a:t>If Option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 </a:t>
            </a:r>
            <a:r>
              <a:rPr lang="en-US" dirty="0">
                <a:solidFill>
                  <a:prstClr val="black"/>
                </a:solidFill>
              </a:rPr>
              <a:t>Device doesn’t meet the requirements.</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r>
              <a:rPr lang="en-US" dirty="0">
                <a:solidFill>
                  <a:prstClr val="black"/>
                </a:solidFill>
              </a:rPr>
              <a:t>If Option B: Student will need to choose hardware specifications.</a:t>
            </a:r>
          </a:p>
        </p:txBody>
      </p:sp>
      <p:sp>
        <p:nvSpPr>
          <p:cNvPr id="14" name="TextBox 13">
            <a:extLst>
              <a:ext uri="{FF2B5EF4-FFF2-40B4-BE49-F238E27FC236}">
                <a16:creationId xmlns:a16="http://schemas.microsoft.com/office/drawing/2014/main" id="{B84FE260-C900-4B83-9D60-50BC557A58F3}"/>
              </a:ext>
            </a:extLst>
          </p:cNvPr>
          <p:cNvSpPr txBox="1"/>
          <p:nvPr/>
        </p:nvSpPr>
        <p:spPr>
          <a:xfrm>
            <a:off x="779922" y="5206186"/>
            <a:ext cx="10360189" cy="646331"/>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rPr>
              <a:t>Explanation: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C00000"/>
                </a:solidFill>
                <a:latin typeface="Calibri" panose="020F0502020204030204"/>
              </a:rPr>
              <a:t>A Chromebook can’t support Office, which is required for school.</a:t>
            </a:r>
            <a:endPar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endParaRPr>
          </a:p>
        </p:txBody>
      </p:sp>
      <p:sp>
        <p:nvSpPr>
          <p:cNvPr id="15" name="TextBox 14">
            <a:extLst>
              <a:ext uri="{FF2B5EF4-FFF2-40B4-BE49-F238E27FC236}">
                <a16:creationId xmlns:a16="http://schemas.microsoft.com/office/drawing/2014/main" id="{32570F03-5DF7-43AC-B078-0F3DCF016D46}"/>
              </a:ext>
            </a:extLst>
          </p:cNvPr>
          <p:cNvSpPr txBox="1"/>
          <p:nvPr/>
        </p:nvSpPr>
        <p:spPr>
          <a:xfrm>
            <a:off x="779921" y="573047"/>
            <a:ext cx="10360189"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chose to buy a 15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inc</a:t>
            </a:r>
            <a:r>
              <a:rPr lang="en-US" dirty="0">
                <a:solidFill>
                  <a:prstClr val="black"/>
                </a:solidFill>
                <a:latin typeface="Calibri" panose="020F0502020204030204"/>
              </a:rPr>
              <a:t>h laptop.</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21B89BCD-F554-4B0B-8B0C-2D88B4F3DC94}"/>
              </a:ext>
            </a:extLst>
          </p:cNvPr>
          <p:cNvSpPr txBox="1"/>
          <p:nvPr/>
        </p:nvSpPr>
        <p:spPr>
          <a:xfrm>
            <a:off x="779920" y="882803"/>
            <a:ext cx="10360189" cy="3416320"/>
          </a:xfrm>
          <a:prstGeom prst="rect">
            <a:avLst/>
          </a:prstGeom>
          <a:noFill/>
        </p:spPr>
        <p:txBody>
          <a:bodyPr wrap="square" rtlCol="0">
            <a:spAutoFit/>
          </a:bodyPr>
          <a:lstStyle/>
          <a:p>
            <a:r>
              <a:rPr lang="en-US" dirty="0">
                <a:solidFill>
                  <a:srgbClr val="44546A"/>
                </a:solidFill>
                <a:cs typeface="Calibri"/>
              </a:rPr>
              <a:t>Now that you’ve settled on the size and the computing power of the laptop you are looking for, it is time to pick an operating system. Colin tells you about his favorite computer, the Chromebook, which runs Chrome OS, then goes on to tell you about the Windows operating system he used in college. </a:t>
            </a:r>
          </a:p>
          <a:p>
            <a:endParaRPr lang="en-US" dirty="0">
              <a:solidFill>
                <a:srgbClr val="44546A"/>
              </a:solidFill>
              <a:cs typeface="Calibri"/>
            </a:endParaRPr>
          </a:p>
          <a:p>
            <a:r>
              <a:rPr lang="en-US" dirty="0">
                <a:solidFill>
                  <a:srgbClr val="44546A"/>
                </a:solidFill>
                <a:cs typeface="Calibri"/>
              </a:rPr>
              <a:t>Google's Chrome OS is designed to be connected to the Internet, with most applications and documents living in the cloud (not installed). Some applications aren’t available, like Microsoft Office and Adobe Creative Cloud. A Chromebook is around $200. </a:t>
            </a:r>
          </a:p>
          <a:p>
            <a:endParaRPr lang="en-US" dirty="0">
              <a:cs typeface="Calibri"/>
            </a:endParaRPr>
          </a:p>
          <a:p>
            <a:r>
              <a:rPr lang="en-US" dirty="0">
                <a:solidFill>
                  <a:srgbClr val="44546A"/>
                </a:solidFill>
                <a:cs typeface="Calibri"/>
              </a:rPr>
              <a:t>Windows is available from many brands of computers. It is designed to work well with Microsoft Office and other Microsoft applications. It also gives you a very wide range of laptop options so you can choose the one that is right for you. Windows computers tend to be more expensive than a Chromebook.</a:t>
            </a:r>
          </a:p>
          <a:p>
            <a:r>
              <a:rPr lang="en-US" dirty="0">
                <a:solidFill>
                  <a:srgbClr val="44546A"/>
                </a:solidFill>
                <a:cs typeface="Calibri"/>
              </a:rPr>
              <a:t>What will you choose?</a:t>
            </a:r>
          </a:p>
        </p:txBody>
      </p:sp>
    </p:spTree>
    <p:custDataLst>
      <p:tags r:id="rId1"/>
    </p:custDataLst>
    <p:extLst>
      <p:ext uri="{BB962C8B-B14F-4D97-AF65-F5344CB8AC3E}">
        <p14:creationId xmlns:p14="http://schemas.microsoft.com/office/powerpoint/2010/main" val="42588496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CAE1ECA0-4ACE-481C-A7B3-307E60CB66F9}"/>
              </a:ext>
            </a:extLst>
          </p:cNvPr>
          <p:cNvSpPr>
            <a:spLocks noGrp="1"/>
          </p:cNvSpPr>
          <p:nvPr>
            <p:ph type="title"/>
          </p:nvPr>
        </p:nvSpPr>
        <p:spPr>
          <a:xfrm>
            <a:off x="771505" y="-266936"/>
            <a:ext cx="10412618" cy="1143000"/>
          </a:xfrm>
        </p:spPr>
        <p:txBody>
          <a:bodyPr>
            <a:normAutofit/>
          </a:bodyPr>
          <a:lstStyle/>
          <a:p>
            <a:r>
              <a:rPr lang="en-US" dirty="0"/>
              <a:t>Level5_Decision2</a:t>
            </a:r>
            <a:endParaRPr lang="en-JM" dirty="0"/>
          </a:p>
        </p:txBody>
      </p:sp>
      <p:sp>
        <p:nvSpPr>
          <p:cNvPr id="2" name="TextBox 1">
            <a:extLst>
              <a:ext uri="{FF2B5EF4-FFF2-40B4-BE49-F238E27FC236}">
                <a16:creationId xmlns:a16="http://schemas.microsoft.com/office/drawing/2014/main" id="{8E61185D-0285-4C9D-8544-02C370D1F1FF}"/>
              </a:ext>
            </a:extLst>
          </p:cNvPr>
          <p:cNvSpPr txBox="1"/>
          <p:nvPr/>
        </p:nvSpPr>
        <p:spPr>
          <a:xfrm>
            <a:off x="1377875" y="3566507"/>
            <a:ext cx="9806246" cy="1500667"/>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200000"/>
              </a:lnSpc>
            </a:pPr>
            <a:r>
              <a:rPr lang="en-US" sz="1600" b="1" dirty="0">
                <a:solidFill>
                  <a:schemeClr val="tx2"/>
                </a:solidFill>
                <a:ea typeface="Calibri"/>
                <a:cs typeface="Calibri"/>
                <a:hlinkClick r:id="rId4" action="ppaction://hlinksldjump"/>
              </a:rPr>
              <a:t>Buy a Chromebook, what a great deal! </a:t>
            </a:r>
            <a:r>
              <a:rPr lang="en-US" sz="1600" b="1" dirty="0">
                <a:solidFill>
                  <a:schemeClr val="tx2"/>
                </a:solidFill>
                <a:ea typeface="Calibri"/>
                <a:cs typeface="Calibri"/>
              </a:rPr>
              <a:t>[Level5_Decision2_OptionA]</a:t>
            </a:r>
            <a:endParaRPr lang="en-US" sz="1600" dirty="0">
              <a:cs typeface="Calibri"/>
              <a:hlinkClick r:id="rId5" action="ppaction://hlinksldjump"/>
            </a:endParaRPr>
          </a:p>
          <a:p>
            <a:pPr>
              <a:lnSpc>
                <a:spcPct val="200000"/>
              </a:lnSpc>
            </a:pPr>
            <a:r>
              <a:rPr lang="en-US" sz="1600" b="1" dirty="0">
                <a:solidFill>
                  <a:schemeClr val="tx2"/>
                </a:solidFill>
                <a:ea typeface="Calibri"/>
                <a:cs typeface="Calibri"/>
                <a:hlinkClick r:id="rId6" action="ppaction://hlinksldjump"/>
              </a:rPr>
              <a:t>A Windows computer will have everything I need for school, I choose that! </a:t>
            </a:r>
            <a:r>
              <a:rPr lang="en-US" sz="1600" b="1" dirty="0">
                <a:solidFill>
                  <a:schemeClr val="tx2"/>
                </a:solidFill>
                <a:ea typeface="Calibri"/>
                <a:cs typeface="Calibri"/>
              </a:rPr>
              <a:t>[Level5_Decision2_OptionB]</a:t>
            </a:r>
          </a:p>
          <a:p>
            <a:pPr>
              <a:lnSpc>
                <a:spcPct val="200000"/>
              </a:lnSpc>
            </a:pPr>
            <a:r>
              <a:rPr lang="en-US" sz="1600" b="1" dirty="0">
                <a:solidFill>
                  <a:schemeClr val="tx2"/>
                </a:solidFill>
                <a:ea typeface="Calibri"/>
                <a:cs typeface="Calibri"/>
                <a:hlinkClick r:id="rId7" action="ppaction://hlinksldjump"/>
              </a:rPr>
              <a:t>I enjoy design and I already have an iPhone, so I want a Mac! </a:t>
            </a:r>
            <a:r>
              <a:rPr lang="en-US" sz="1600" b="1" dirty="0">
                <a:solidFill>
                  <a:schemeClr val="tx2"/>
                </a:solidFill>
                <a:ea typeface="Calibri"/>
                <a:cs typeface="Calibri"/>
              </a:rPr>
              <a:t>[Level5_Decision2_OptionC]</a:t>
            </a:r>
          </a:p>
        </p:txBody>
      </p:sp>
      <p:sp>
        <p:nvSpPr>
          <p:cNvPr id="4" name="Arrow: Pentagon 3">
            <a:extLst>
              <a:ext uri="{FF2B5EF4-FFF2-40B4-BE49-F238E27FC236}">
                <a16:creationId xmlns:a16="http://schemas.microsoft.com/office/drawing/2014/main" id="{5422C19C-A8DE-48D6-9A2C-C036E9ED3DAD}"/>
              </a:ext>
            </a:extLst>
          </p:cNvPr>
          <p:cNvSpPr/>
          <p:nvPr/>
        </p:nvSpPr>
        <p:spPr>
          <a:xfrm>
            <a:off x="131514" y="4180181"/>
            <a:ext cx="1066800" cy="402368"/>
          </a:xfrm>
          <a:prstGeom prst="homePlate">
            <a:avLst/>
          </a:prstGeom>
        </p:spPr>
        <p:style>
          <a:lnRef idx="1">
            <a:schemeClr val="accent6"/>
          </a:lnRef>
          <a:fillRef idx="2">
            <a:schemeClr val="accent6"/>
          </a:fillRef>
          <a:effectRef idx="1">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Optimal</a:t>
            </a:r>
          </a:p>
        </p:txBody>
      </p:sp>
      <p:sp>
        <p:nvSpPr>
          <p:cNvPr id="5" name="Arrow: Pentagon 4">
            <a:extLst>
              <a:ext uri="{FF2B5EF4-FFF2-40B4-BE49-F238E27FC236}">
                <a16:creationId xmlns:a16="http://schemas.microsoft.com/office/drawing/2014/main" id="{B4D77F90-B21F-4A7D-87F6-7CE94935B608}"/>
              </a:ext>
            </a:extLst>
          </p:cNvPr>
          <p:cNvSpPr/>
          <p:nvPr/>
        </p:nvSpPr>
        <p:spPr>
          <a:xfrm>
            <a:off x="131514" y="4713548"/>
            <a:ext cx="1066800" cy="402368"/>
          </a:xfrm>
          <a:prstGeom prst="homePlate">
            <a:avLst/>
          </a:prstGeom>
        </p:spPr>
        <p:style>
          <a:lnRef idx="1">
            <a:schemeClr val="accent6"/>
          </a:lnRef>
          <a:fillRef idx="2">
            <a:schemeClr val="accent6"/>
          </a:fillRef>
          <a:effectRef idx="1">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Optimal</a:t>
            </a:r>
          </a:p>
        </p:txBody>
      </p:sp>
      <p:sp>
        <p:nvSpPr>
          <p:cNvPr id="6" name="Text Placeholder 3">
            <a:extLst>
              <a:ext uri="{FF2B5EF4-FFF2-40B4-BE49-F238E27FC236}">
                <a16:creationId xmlns:a16="http://schemas.microsoft.com/office/drawing/2014/main" id="{F6659AB3-738D-4959-BBE7-9BCB4E3C30A3}"/>
              </a:ext>
            </a:extLst>
          </p:cNvPr>
          <p:cNvSpPr txBox="1">
            <a:spLocks/>
          </p:cNvSpPr>
          <p:nvPr/>
        </p:nvSpPr>
        <p:spPr>
          <a:xfrm>
            <a:off x="1113574" y="3740654"/>
            <a:ext cx="62419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en-US" sz="160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Titillium WebRegular"/>
              </a:rPr>
              <a:t>A</a:t>
            </a:r>
          </a:p>
        </p:txBody>
      </p:sp>
      <p:sp>
        <p:nvSpPr>
          <p:cNvPr id="7" name="Text Placeholder 3">
            <a:extLst>
              <a:ext uri="{FF2B5EF4-FFF2-40B4-BE49-F238E27FC236}">
                <a16:creationId xmlns:a16="http://schemas.microsoft.com/office/drawing/2014/main" id="{DADEF78C-0AAD-4D44-961F-5F3AD8A9D667}"/>
              </a:ext>
            </a:extLst>
          </p:cNvPr>
          <p:cNvSpPr txBox="1">
            <a:spLocks/>
          </p:cNvSpPr>
          <p:nvPr/>
        </p:nvSpPr>
        <p:spPr>
          <a:xfrm>
            <a:off x="1109289" y="4200368"/>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en-US" sz="160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Titillium WebRegular"/>
              </a:rPr>
              <a:t>B</a:t>
            </a: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160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160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160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p:txBody>
      </p:sp>
      <p:sp>
        <p:nvSpPr>
          <p:cNvPr id="8" name="Text Placeholder 3">
            <a:extLst>
              <a:ext uri="{FF2B5EF4-FFF2-40B4-BE49-F238E27FC236}">
                <a16:creationId xmlns:a16="http://schemas.microsoft.com/office/drawing/2014/main" id="{96547B56-A78D-4C7D-A6DD-49DCD1FBB17E}"/>
              </a:ext>
            </a:extLst>
          </p:cNvPr>
          <p:cNvSpPr txBox="1">
            <a:spLocks/>
          </p:cNvSpPr>
          <p:nvPr/>
        </p:nvSpPr>
        <p:spPr>
          <a:xfrm>
            <a:off x="1109289" y="4723502"/>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lang="en-US" sz="1600" b="1" dirty="0">
                <a:solidFill>
                  <a:srgbClr val="4472C4">
                    <a:lumMod val="75000"/>
                  </a:srgbClr>
                </a:solidFill>
                <a:latin typeface="Calibri Light" panose="020F0302020204030204"/>
                <a:cs typeface="Titillium WebRegular"/>
              </a:rPr>
              <a:t>C</a:t>
            </a:r>
            <a:endParaRPr kumimoji="0" lang="en-US" sz="160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Titillium WebRegular"/>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160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160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160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p:txBody>
      </p:sp>
      <p:sp>
        <p:nvSpPr>
          <p:cNvPr id="9" name="TextBox 8">
            <a:extLst>
              <a:ext uri="{FF2B5EF4-FFF2-40B4-BE49-F238E27FC236}">
                <a16:creationId xmlns:a16="http://schemas.microsoft.com/office/drawing/2014/main" id="{B3C47518-2109-446A-99E7-3945E5164931}"/>
              </a:ext>
            </a:extLst>
          </p:cNvPr>
          <p:cNvSpPr txBox="1"/>
          <p:nvPr/>
        </p:nvSpPr>
        <p:spPr>
          <a:xfrm>
            <a:off x="771505" y="5885320"/>
            <a:ext cx="10412617" cy="923330"/>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lvl="0">
              <a:defRPr/>
            </a:pPr>
            <a:r>
              <a:rPr lang="en-US" dirty="0">
                <a:solidFill>
                  <a:prstClr val="black"/>
                </a:solidFill>
              </a:rPr>
              <a:t>If Option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 </a:t>
            </a:r>
            <a:r>
              <a:rPr lang="en-US" dirty="0">
                <a:solidFill>
                  <a:prstClr val="black"/>
                </a:solidFill>
              </a:rPr>
              <a:t>Device doesn’t meet the requirements.</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r>
              <a:rPr lang="en-US" dirty="0">
                <a:solidFill>
                  <a:prstClr val="black"/>
                </a:solidFill>
              </a:rPr>
              <a:t>If Option B: Student will need to choose hardware specifications.</a:t>
            </a:r>
          </a:p>
          <a:p>
            <a:r>
              <a:rPr lang="en-US" dirty="0">
                <a:solidFill>
                  <a:prstClr val="black"/>
                </a:solidFill>
              </a:rPr>
              <a:t>If Option C: Student will need to choose a new or refurbished system.</a:t>
            </a:r>
          </a:p>
        </p:txBody>
      </p:sp>
      <p:sp>
        <p:nvSpPr>
          <p:cNvPr id="10" name="TextBox 9">
            <a:extLst>
              <a:ext uri="{FF2B5EF4-FFF2-40B4-BE49-F238E27FC236}">
                <a16:creationId xmlns:a16="http://schemas.microsoft.com/office/drawing/2014/main" id="{C983DBB6-6D3B-4A74-ADB5-8867210F0C65}"/>
              </a:ext>
            </a:extLst>
          </p:cNvPr>
          <p:cNvSpPr txBox="1"/>
          <p:nvPr/>
        </p:nvSpPr>
        <p:spPr>
          <a:xfrm>
            <a:off x="771505" y="5188253"/>
            <a:ext cx="10412617" cy="646331"/>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rPr>
              <a:t>Explanation:</a:t>
            </a:r>
          </a:p>
          <a:p>
            <a:pPr>
              <a:defRPr/>
            </a:pPr>
            <a:r>
              <a:rPr lang="en-US" dirty="0">
                <a:solidFill>
                  <a:srgbClr val="C00000"/>
                </a:solidFill>
              </a:rPr>
              <a:t>A Chromebook can’t support Office, which is required for school. Either Windows or macOS is acceptable.</a:t>
            </a:r>
            <a:endPar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endParaRPr>
          </a:p>
        </p:txBody>
      </p:sp>
      <p:sp>
        <p:nvSpPr>
          <p:cNvPr id="11" name="TextBox 10">
            <a:extLst>
              <a:ext uri="{FF2B5EF4-FFF2-40B4-BE49-F238E27FC236}">
                <a16:creationId xmlns:a16="http://schemas.microsoft.com/office/drawing/2014/main" id="{95E7DF1B-1558-478B-86EC-66A6B49886C3}"/>
              </a:ext>
            </a:extLst>
          </p:cNvPr>
          <p:cNvSpPr txBox="1"/>
          <p:nvPr/>
        </p:nvSpPr>
        <p:spPr>
          <a:xfrm>
            <a:off x="771504" y="554912"/>
            <a:ext cx="10412617"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chose to buy a 13 inch laptop.</a:t>
            </a:r>
          </a:p>
        </p:txBody>
      </p:sp>
      <p:sp>
        <p:nvSpPr>
          <p:cNvPr id="12" name="TextBox 11">
            <a:extLst>
              <a:ext uri="{FF2B5EF4-FFF2-40B4-BE49-F238E27FC236}">
                <a16:creationId xmlns:a16="http://schemas.microsoft.com/office/drawing/2014/main" id="{4352EE4B-66D5-4FA1-A56C-69AAD16A245A}"/>
              </a:ext>
            </a:extLst>
          </p:cNvPr>
          <p:cNvSpPr txBox="1"/>
          <p:nvPr/>
        </p:nvSpPr>
        <p:spPr>
          <a:xfrm>
            <a:off x="771504" y="896704"/>
            <a:ext cx="11311639" cy="2862322"/>
          </a:xfrm>
          <a:prstGeom prst="rect">
            <a:avLst/>
          </a:prstGeom>
          <a:noFill/>
        </p:spPr>
        <p:txBody>
          <a:bodyPr wrap="square" rtlCol="0">
            <a:spAutoFit/>
          </a:bodyPr>
          <a:lstStyle/>
          <a:p>
            <a:pPr>
              <a:spcAft>
                <a:spcPts val="600"/>
              </a:spcAft>
            </a:pPr>
            <a:r>
              <a:rPr lang="en-US" sz="1600" dirty="0">
                <a:solidFill>
                  <a:srgbClr val="44546A"/>
                </a:solidFill>
                <a:latin typeface="Calibri" panose="020F0502020204030204"/>
                <a:cs typeface="Calibri"/>
              </a:rPr>
              <a:t>Now that you’ve settled on the size and the computing power of the laptop you are looking for, it is time to pick an operating system. Colin tells you about his favorite computer, the Chromebook, which runs Chrome OS, then goes on to tell you about Windows and Mac operating systems. </a:t>
            </a:r>
          </a:p>
          <a:p>
            <a:pPr>
              <a:spcAft>
                <a:spcPts val="600"/>
              </a:spcAft>
            </a:pPr>
            <a:r>
              <a:rPr lang="en-US" sz="1600" dirty="0">
                <a:solidFill>
                  <a:srgbClr val="44546A"/>
                </a:solidFill>
                <a:latin typeface="Calibri" panose="020F0502020204030204"/>
                <a:cs typeface="Calibri"/>
              </a:rPr>
              <a:t>Google's Chrome OS is designed to be connected to the Internet, with most applications and documents living in the cloud (not installed). Some applications aren’t available, like Microsoft Office and Adobe Creative Cloud. A Chromebook is around $200. </a:t>
            </a:r>
          </a:p>
          <a:p>
            <a:pPr>
              <a:spcAft>
                <a:spcPts val="600"/>
              </a:spcAft>
            </a:pPr>
            <a:r>
              <a:rPr lang="en-US" sz="1600" dirty="0">
                <a:solidFill>
                  <a:srgbClr val="44546A"/>
                </a:solidFill>
                <a:latin typeface="Calibri" panose="020F0502020204030204"/>
                <a:cs typeface="Calibri"/>
              </a:rPr>
              <a:t>Windows is available from many brands of computers. It is designed to work well with Microsoft Office and other Microsoft applications. It also gives you a very wide range of laptop options so you can choose the one that is right for you. </a:t>
            </a:r>
          </a:p>
          <a:p>
            <a:pPr>
              <a:spcAft>
                <a:spcPts val="600"/>
              </a:spcAft>
            </a:pPr>
            <a:r>
              <a:rPr lang="en-US" sz="1600" dirty="0">
                <a:solidFill>
                  <a:srgbClr val="44546A"/>
                </a:solidFill>
                <a:latin typeface="Calibri" panose="020F0502020204030204"/>
                <a:cs typeface="Calibri"/>
              </a:rPr>
              <a:t>Mac OS is available on Apple products and compatible with the iPhone and iPad. It can run many applications and is especially good for video and photo editing. The downside is that Mac computers can be more expensive than other options.</a:t>
            </a:r>
          </a:p>
          <a:p>
            <a:pPr>
              <a:spcAft>
                <a:spcPts val="600"/>
              </a:spcAft>
            </a:pPr>
            <a:r>
              <a:rPr lang="en-US" sz="1600" dirty="0">
                <a:solidFill>
                  <a:srgbClr val="44546A"/>
                </a:solidFill>
                <a:latin typeface="Calibri" panose="020F0502020204030204"/>
                <a:cs typeface="Calibri"/>
              </a:rPr>
              <a:t>What will you choose?</a:t>
            </a:r>
          </a:p>
        </p:txBody>
      </p:sp>
    </p:spTree>
    <p:custDataLst>
      <p:tags r:id="rId1"/>
    </p:custDataLst>
    <p:extLst>
      <p:ext uri="{BB962C8B-B14F-4D97-AF65-F5344CB8AC3E}">
        <p14:creationId xmlns:p14="http://schemas.microsoft.com/office/powerpoint/2010/main" val="40282303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CAE1ECA0-4ACE-481C-A7B3-307E60CB66F9}"/>
              </a:ext>
            </a:extLst>
          </p:cNvPr>
          <p:cNvSpPr>
            <a:spLocks noGrp="1"/>
          </p:cNvSpPr>
          <p:nvPr>
            <p:ph type="title"/>
          </p:nvPr>
        </p:nvSpPr>
        <p:spPr>
          <a:xfrm>
            <a:off x="891824" y="117144"/>
            <a:ext cx="10412618" cy="1143000"/>
          </a:xfrm>
        </p:spPr>
        <p:txBody>
          <a:bodyPr/>
          <a:lstStyle/>
          <a:p>
            <a:r>
              <a:rPr lang="en-JM" dirty="0"/>
              <a:t>Level5_Story1</a:t>
            </a:r>
            <a:br>
              <a:rPr lang="en-JM" dirty="0"/>
            </a:br>
            <a:endParaRPr lang="en-JM" dirty="0"/>
          </a:p>
        </p:txBody>
      </p:sp>
      <p:sp>
        <p:nvSpPr>
          <p:cNvPr id="2" name="TextBox 1">
            <a:extLst>
              <a:ext uri="{FF2B5EF4-FFF2-40B4-BE49-F238E27FC236}">
                <a16:creationId xmlns:a16="http://schemas.microsoft.com/office/drawing/2014/main" id="{8E61185D-0285-4C9D-8544-02C370D1F1FF}"/>
              </a:ext>
            </a:extLst>
          </p:cNvPr>
          <p:cNvSpPr txBox="1"/>
          <p:nvPr/>
        </p:nvSpPr>
        <p:spPr>
          <a:xfrm>
            <a:off x="883289" y="3420784"/>
            <a:ext cx="10412618" cy="1477328"/>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mj-lt"/>
              <a:buAutoNum type="alphaUcPeriod"/>
            </a:pPr>
            <a:endParaRPr lang="en-US" dirty="0">
              <a:cs typeface="Calibri"/>
            </a:endParaRPr>
          </a:p>
          <a:p>
            <a:r>
              <a:rPr lang="en-US" b="1" dirty="0">
                <a:cs typeface="Calibri"/>
                <a:hlinkClick r:id="rId4" action="ppaction://hlinksldjump"/>
              </a:rPr>
              <a:t>Continue</a:t>
            </a:r>
            <a:endParaRPr lang="en-US" b="1" dirty="0">
              <a:solidFill>
                <a:schemeClr val="tx2"/>
              </a:solidFill>
              <a:ea typeface="Calibri"/>
              <a:cs typeface="Calibri"/>
            </a:endParaRPr>
          </a:p>
          <a:p>
            <a:pPr marL="342900" indent="-342900">
              <a:buFont typeface="+mj-lt"/>
              <a:buAutoNum type="alphaUcPeriod"/>
            </a:pPr>
            <a:endParaRPr lang="en-US" dirty="0">
              <a:cs typeface="Calibri"/>
            </a:endParaRPr>
          </a:p>
          <a:p>
            <a:endParaRPr lang="en-US" dirty="0">
              <a:cs typeface="Calibri"/>
            </a:endParaRPr>
          </a:p>
          <a:p>
            <a:pPr algn="ctr"/>
            <a:endParaRPr lang="en-US" dirty="0">
              <a:cs typeface="Calibri"/>
            </a:endParaRPr>
          </a:p>
        </p:txBody>
      </p:sp>
      <p:sp>
        <p:nvSpPr>
          <p:cNvPr id="7" name="TextBox 6">
            <a:extLst>
              <a:ext uri="{FF2B5EF4-FFF2-40B4-BE49-F238E27FC236}">
                <a16:creationId xmlns:a16="http://schemas.microsoft.com/office/drawing/2014/main" id="{75A62478-BCDF-4650-A461-9F312546BB03}"/>
              </a:ext>
            </a:extLst>
          </p:cNvPr>
          <p:cNvSpPr txBox="1"/>
          <p:nvPr/>
        </p:nvSpPr>
        <p:spPr>
          <a:xfrm>
            <a:off x="887558" y="5868642"/>
            <a:ext cx="10412618"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lvl="0">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Next step: </a:t>
            </a:r>
            <a:r>
              <a:rPr lang="en-US" dirty="0">
                <a:solidFill>
                  <a:prstClr val="black"/>
                </a:solidFill>
              </a:rPr>
              <a:t>Device doesn’t meet the requirements.</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3433E49F-0C8C-4872-A709-3646DCAADE71}"/>
              </a:ext>
            </a:extLst>
          </p:cNvPr>
          <p:cNvSpPr txBox="1"/>
          <p:nvPr/>
        </p:nvSpPr>
        <p:spPr>
          <a:xfrm>
            <a:off x="883290" y="755419"/>
            <a:ext cx="10412617"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chose to buy a Chromebook.</a:t>
            </a:r>
          </a:p>
        </p:txBody>
      </p:sp>
      <p:sp>
        <p:nvSpPr>
          <p:cNvPr id="9" name="TextBox 8">
            <a:extLst>
              <a:ext uri="{FF2B5EF4-FFF2-40B4-BE49-F238E27FC236}">
                <a16:creationId xmlns:a16="http://schemas.microsoft.com/office/drawing/2014/main" id="{C2910503-E381-4DD3-BF36-7A811FABB3FF}"/>
              </a:ext>
            </a:extLst>
          </p:cNvPr>
          <p:cNvSpPr txBox="1"/>
          <p:nvPr/>
        </p:nvSpPr>
        <p:spPr>
          <a:xfrm>
            <a:off x="883289" y="864690"/>
            <a:ext cx="10412618" cy="2816156"/>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dirty="0">
              <a:cs typeface="Calibri"/>
            </a:endParaRPr>
          </a:p>
          <a:p>
            <a:r>
              <a:rPr lang="en-US" sz="2050" dirty="0">
                <a:solidFill>
                  <a:srgbClr val="44546A"/>
                </a:solidFill>
                <a:latin typeface="Calibri" panose="020F0502020204030204"/>
                <a:cs typeface="Calibri"/>
              </a:rPr>
              <a:t>You ordered a Google Chromebook based on Colin’s recommendation. It was so affordable that you had enough money also buy a printer and headphones! Your laptop arrives and you start to set it up. When you try to install Microsoft Office, you notice a problem. You cannot install applications locally, because the Chromebook is intended for users who mainly work online using web apps and save their documents to the cloud. This is a problem, as you are taking an Excel course this semester and need to use the Excel 365 app on your computer to do your homework. </a:t>
            </a:r>
            <a:endParaRPr lang="en-US" dirty="0">
              <a:cs typeface="Calibri"/>
            </a:endParaRPr>
          </a:p>
          <a:p>
            <a:endParaRPr lang="en-US" dirty="0">
              <a:cs typeface="Calibri"/>
            </a:endParaRPr>
          </a:p>
          <a:p>
            <a:pPr algn="ctr"/>
            <a:endParaRPr lang="en-US" dirty="0">
              <a:cs typeface="Calibri"/>
            </a:endParaRPr>
          </a:p>
        </p:txBody>
      </p:sp>
    </p:spTree>
    <p:custDataLst>
      <p:tags r:id="rId1"/>
    </p:custDataLst>
    <p:extLst>
      <p:ext uri="{BB962C8B-B14F-4D97-AF65-F5344CB8AC3E}">
        <p14:creationId xmlns:p14="http://schemas.microsoft.com/office/powerpoint/2010/main" val="3102103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CAE1ECA0-4ACE-481C-A7B3-307E60CB66F9}"/>
              </a:ext>
            </a:extLst>
          </p:cNvPr>
          <p:cNvSpPr>
            <a:spLocks noGrp="1"/>
          </p:cNvSpPr>
          <p:nvPr>
            <p:ph type="title"/>
          </p:nvPr>
        </p:nvSpPr>
        <p:spPr>
          <a:xfrm>
            <a:off x="563165" y="188510"/>
            <a:ext cx="10412618" cy="1143000"/>
          </a:xfrm>
        </p:spPr>
        <p:txBody>
          <a:bodyPr/>
          <a:lstStyle/>
          <a:p>
            <a:r>
              <a:rPr lang="en-JM" dirty="0"/>
              <a:t>Level6_Decision1</a:t>
            </a:r>
            <a:br>
              <a:rPr lang="en-JM" dirty="0"/>
            </a:br>
            <a:endParaRPr lang="en-JM" dirty="0"/>
          </a:p>
        </p:txBody>
      </p:sp>
      <p:sp>
        <p:nvSpPr>
          <p:cNvPr id="2" name="TextBox 1">
            <a:extLst>
              <a:ext uri="{FF2B5EF4-FFF2-40B4-BE49-F238E27FC236}">
                <a16:creationId xmlns:a16="http://schemas.microsoft.com/office/drawing/2014/main" id="{8E61185D-0285-4C9D-8544-02C370D1F1FF}"/>
              </a:ext>
            </a:extLst>
          </p:cNvPr>
          <p:cNvSpPr txBox="1"/>
          <p:nvPr/>
        </p:nvSpPr>
        <p:spPr>
          <a:xfrm>
            <a:off x="1398139" y="2591252"/>
            <a:ext cx="9987316" cy="2723823"/>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14300">
              <a:lnSpc>
                <a:spcPct val="90000"/>
              </a:lnSpc>
            </a:pPr>
            <a:r>
              <a:rPr lang="en-US" dirty="0">
                <a:cs typeface="Calibri"/>
                <a:hlinkClick r:id="rId4" action="ppaction://hlinksldjump"/>
              </a:rPr>
              <a:t>I want a high-end laptop with the fast performance of Core i7 and 16 GB of RAM.</a:t>
            </a:r>
            <a:r>
              <a:rPr lang="en-US" dirty="0">
                <a:cs typeface="Calibri"/>
              </a:rPr>
              <a:t> [Level6_Decision1_OptA]</a:t>
            </a:r>
          </a:p>
          <a:p>
            <a:pPr marL="114300">
              <a:lnSpc>
                <a:spcPct val="90000"/>
              </a:lnSpc>
            </a:pPr>
            <a:endParaRPr lang="en-US" b="1" dirty="0">
              <a:solidFill>
                <a:schemeClr val="tx2"/>
              </a:solidFill>
              <a:ea typeface="Calibri"/>
              <a:cs typeface="Calibri"/>
            </a:endParaRPr>
          </a:p>
          <a:p>
            <a:pPr marL="114300">
              <a:lnSpc>
                <a:spcPct val="90000"/>
              </a:lnSpc>
            </a:pPr>
            <a:r>
              <a:rPr lang="en-US" dirty="0">
                <a:solidFill>
                  <a:schemeClr val="tx2"/>
                </a:solidFill>
                <a:ea typeface="Calibri"/>
                <a:cs typeface="Calibri"/>
                <a:hlinkClick r:id="rId5" action="ppaction://hlinksldjump"/>
              </a:rPr>
              <a:t>I will mainly be using my laptop to do homework and stream movies.  A laptop with Core i5 and 16 GB of RAM is enough for me.</a:t>
            </a:r>
            <a:r>
              <a:rPr lang="en-US" dirty="0">
                <a:solidFill>
                  <a:schemeClr val="tx2"/>
                </a:solidFill>
                <a:ea typeface="Calibri"/>
                <a:cs typeface="Calibri"/>
              </a:rPr>
              <a:t> [Level6_Decision1_OptB]</a:t>
            </a:r>
            <a:endParaRPr lang="en-US" dirty="0">
              <a:solidFill>
                <a:schemeClr val="tx2"/>
              </a:solidFill>
              <a:ea typeface="Calibri"/>
              <a:cs typeface="Calibri"/>
              <a:hlinkClick r:id="rId6" action="ppaction://hlinksldjump"/>
            </a:endParaRPr>
          </a:p>
          <a:p>
            <a:endParaRPr lang="en-US" dirty="0">
              <a:cs typeface="Calibri"/>
            </a:endParaRPr>
          </a:p>
          <a:p>
            <a:pPr marL="285750" indent="-285750">
              <a:buFont typeface="Arial" panose="020B0604020202020204" pitchFamily="34" charset="0"/>
              <a:buChar char="•"/>
            </a:pPr>
            <a:endParaRPr lang="en-US" dirty="0">
              <a:cs typeface="Calibri"/>
            </a:endParaRPr>
          </a:p>
          <a:p>
            <a:pPr marL="285750" indent="-285750">
              <a:buFont typeface="Arial" panose="020B0604020202020204" pitchFamily="34" charset="0"/>
              <a:buChar char="•"/>
            </a:pPr>
            <a:endParaRPr lang="en-US" dirty="0">
              <a:cs typeface="Calibri"/>
            </a:endParaRPr>
          </a:p>
          <a:p>
            <a:endParaRPr lang="en-US" dirty="0">
              <a:cs typeface="Calibri"/>
            </a:endParaRPr>
          </a:p>
          <a:p>
            <a:pPr algn="ctr"/>
            <a:endParaRPr lang="en-US" dirty="0">
              <a:cs typeface="Calibri"/>
            </a:endParaRPr>
          </a:p>
        </p:txBody>
      </p:sp>
      <p:sp>
        <p:nvSpPr>
          <p:cNvPr id="7" name="Arrow: Pentagon 6">
            <a:extLst>
              <a:ext uri="{FF2B5EF4-FFF2-40B4-BE49-F238E27FC236}">
                <a16:creationId xmlns:a16="http://schemas.microsoft.com/office/drawing/2014/main" id="{036B6497-78B6-4E0F-96DA-8ABEA4AC0BCB}"/>
              </a:ext>
            </a:extLst>
          </p:cNvPr>
          <p:cNvSpPr/>
          <p:nvPr/>
        </p:nvSpPr>
        <p:spPr>
          <a:xfrm>
            <a:off x="135145" y="3227816"/>
            <a:ext cx="1066800" cy="402368"/>
          </a:xfrm>
          <a:prstGeom prst="homePlate">
            <a:avLst/>
          </a:prstGeom>
        </p:spPr>
        <p:style>
          <a:lnRef idx="1">
            <a:schemeClr val="accent6"/>
          </a:lnRef>
          <a:fillRef idx="2">
            <a:schemeClr val="accent6"/>
          </a:fillRef>
          <a:effectRef idx="1">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Optimal</a:t>
            </a:r>
          </a:p>
        </p:txBody>
      </p:sp>
      <p:sp>
        <p:nvSpPr>
          <p:cNvPr id="10" name="Text Placeholder 3">
            <a:extLst>
              <a:ext uri="{FF2B5EF4-FFF2-40B4-BE49-F238E27FC236}">
                <a16:creationId xmlns:a16="http://schemas.microsoft.com/office/drawing/2014/main" id="{C4198940-5713-45BC-A735-B7FEB9EBBB68}"/>
              </a:ext>
            </a:extLst>
          </p:cNvPr>
          <p:cNvSpPr txBox="1">
            <a:spLocks/>
          </p:cNvSpPr>
          <p:nvPr/>
        </p:nvSpPr>
        <p:spPr>
          <a:xfrm>
            <a:off x="1201945" y="2505766"/>
            <a:ext cx="62419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en-US" sz="2099"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Titillium WebRegular"/>
              </a:rPr>
              <a:t>A</a:t>
            </a:r>
          </a:p>
        </p:txBody>
      </p:sp>
      <p:sp>
        <p:nvSpPr>
          <p:cNvPr id="11" name="Text Placeholder 3">
            <a:extLst>
              <a:ext uri="{FF2B5EF4-FFF2-40B4-BE49-F238E27FC236}">
                <a16:creationId xmlns:a16="http://schemas.microsoft.com/office/drawing/2014/main" id="{317DA413-FB32-4189-BC6F-64AC8A806EE7}"/>
              </a:ext>
            </a:extLst>
          </p:cNvPr>
          <p:cNvSpPr txBox="1">
            <a:spLocks/>
          </p:cNvSpPr>
          <p:nvPr/>
        </p:nvSpPr>
        <p:spPr>
          <a:xfrm>
            <a:off x="1186561" y="3241177"/>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en-US" sz="2099"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Titillium WebRegular"/>
              </a:rPr>
              <a:t>B</a:t>
            </a: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p:txBody>
      </p:sp>
      <p:sp>
        <p:nvSpPr>
          <p:cNvPr id="12" name="TextBox 11">
            <a:extLst>
              <a:ext uri="{FF2B5EF4-FFF2-40B4-BE49-F238E27FC236}">
                <a16:creationId xmlns:a16="http://schemas.microsoft.com/office/drawing/2014/main" id="{553800F6-FEC2-4D36-8772-A9BCA6FB2348}"/>
              </a:ext>
            </a:extLst>
          </p:cNvPr>
          <p:cNvSpPr txBox="1"/>
          <p:nvPr/>
        </p:nvSpPr>
        <p:spPr>
          <a:xfrm>
            <a:off x="563165" y="5868642"/>
            <a:ext cx="10412618" cy="646331"/>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lvl="0">
              <a:defRPr/>
            </a:pPr>
            <a:r>
              <a:rPr lang="en-US" dirty="0">
                <a:solidFill>
                  <a:prstClr val="black"/>
                </a:solidFill>
              </a:rPr>
              <a:t>If Option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 Student will need to choose the computer brand.</a:t>
            </a:r>
          </a:p>
          <a:p>
            <a:r>
              <a:rPr lang="en-US" dirty="0">
                <a:solidFill>
                  <a:prstClr val="black"/>
                </a:solidFill>
              </a:rPr>
              <a:t>If Option B: Student will need to choose the storage amount.</a:t>
            </a:r>
          </a:p>
        </p:txBody>
      </p:sp>
      <p:sp>
        <p:nvSpPr>
          <p:cNvPr id="13" name="TextBox 12">
            <a:extLst>
              <a:ext uri="{FF2B5EF4-FFF2-40B4-BE49-F238E27FC236}">
                <a16:creationId xmlns:a16="http://schemas.microsoft.com/office/drawing/2014/main" id="{D2CC2A12-C422-44E8-944E-86A6A01830B6}"/>
              </a:ext>
            </a:extLst>
          </p:cNvPr>
          <p:cNvSpPr txBox="1"/>
          <p:nvPr/>
        </p:nvSpPr>
        <p:spPr>
          <a:xfrm>
            <a:off x="563165" y="4709914"/>
            <a:ext cx="10412618" cy="646331"/>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rPr>
              <a:t>Explanation: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C00000"/>
                </a:solidFill>
                <a:latin typeface="Calibri" panose="020F0502020204030204"/>
              </a:rPr>
              <a:t>The high-end laptop won’t fit in the budget.</a:t>
            </a:r>
            <a:endPar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endParaRPr>
          </a:p>
        </p:txBody>
      </p:sp>
      <p:sp>
        <p:nvSpPr>
          <p:cNvPr id="14" name="TextBox 13">
            <a:extLst>
              <a:ext uri="{FF2B5EF4-FFF2-40B4-BE49-F238E27FC236}">
                <a16:creationId xmlns:a16="http://schemas.microsoft.com/office/drawing/2014/main" id="{ACF169CA-C340-4F6B-A972-9B91D67BD9FA}"/>
              </a:ext>
            </a:extLst>
          </p:cNvPr>
          <p:cNvSpPr txBox="1"/>
          <p:nvPr/>
        </p:nvSpPr>
        <p:spPr>
          <a:xfrm>
            <a:off x="563163" y="879727"/>
            <a:ext cx="10412618"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chose to get a Windows computer.</a:t>
            </a:r>
          </a:p>
        </p:txBody>
      </p:sp>
      <p:sp>
        <p:nvSpPr>
          <p:cNvPr id="4" name="TextBox 3">
            <a:extLst>
              <a:ext uri="{FF2B5EF4-FFF2-40B4-BE49-F238E27FC236}">
                <a16:creationId xmlns:a16="http://schemas.microsoft.com/office/drawing/2014/main" id="{A3C3ABD1-68F2-464D-AB14-5EC315F752C7}"/>
              </a:ext>
            </a:extLst>
          </p:cNvPr>
          <p:cNvSpPr txBox="1"/>
          <p:nvPr/>
        </p:nvSpPr>
        <p:spPr>
          <a:xfrm>
            <a:off x="563163" y="1377562"/>
            <a:ext cx="10412618" cy="1200329"/>
          </a:xfrm>
          <a:prstGeom prst="rect">
            <a:avLst/>
          </a:prstGeom>
          <a:noFill/>
        </p:spPr>
        <p:txBody>
          <a:bodyPr wrap="square" rtlCol="0">
            <a:spAutoFit/>
          </a:bodyPr>
          <a:lstStyle/>
          <a:p>
            <a:r>
              <a:rPr lang="en-US" dirty="0">
                <a:solidFill>
                  <a:srgbClr val="44546A"/>
                </a:solidFill>
                <a:cs typeface="Calibri"/>
              </a:rPr>
              <a:t>Now that you know you want a Windows computer, you need to make some decisions about the Random Access Memory (RAM) and processing speed. Colin explains that Core i7 laptops have a faster processing speed than Core i5 laptops. What should you choose?</a:t>
            </a:r>
          </a:p>
          <a:p>
            <a:endParaRPr lang="en-US" dirty="0"/>
          </a:p>
        </p:txBody>
      </p:sp>
    </p:spTree>
    <p:custDataLst>
      <p:tags r:id="rId1"/>
    </p:custDataLst>
    <p:extLst>
      <p:ext uri="{BB962C8B-B14F-4D97-AF65-F5344CB8AC3E}">
        <p14:creationId xmlns:p14="http://schemas.microsoft.com/office/powerpoint/2010/main" val="29606775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CAE1ECA0-4ACE-481C-A7B3-307E60CB66F9}"/>
              </a:ext>
            </a:extLst>
          </p:cNvPr>
          <p:cNvSpPr>
            <a:spLocks noGrp="1"/>
          </p:cNvSpPr>
          <p:nvPr>
            <p:ph type="title"/>
          </p:nvPr>
        </p:nvSpPr>
        <p:spPr>
          <a:xfrm>
            <a:off x="563165" y="188510"/>
            <a:ext cx="10412618" cy="1143000"/>
          </a:xfrm>
        </p:spPr>
        <p:txBody>
          <a:bodyPr/>
          <a:lstStyle/>
          <a:p>
            <a:r>
              <a:rPr lang="en-JM" dirty="0"/>
              <a:t>Level6_Decision2</a:t>
            </a:r>
            <a:br>
              <a:rPr lang="en-JM" dirty="0"/>
            </a:br>
            <a:endParaRPr lang="en-JM" dirty="0"/>
          </a:p>
        </p:txBody>
      </p:sp>
      <p:sp>
        <p:nvSpPr>
          <p:cNvPr id="2" name="TextBox 1">
            <a:extLst>
              <a:ext uri="{FF2B5EF4-FFF2-40B4-BE49-F238E27FC236}">
                <a16:creationId xmlns:a16="http://schemas.microsoft.com/office/drawing/2014/main" id="{8E61185D-0285-4C9D-8544-02C370D1F1FF}"/>
              </a:ext>
            </a:extLst>
          </p:cNvPr>
          <p:cNvSpPr txBox="1"/>
          <p:nvPr/>
        </p:nvSpPr>
        <p:spPr>
          <a:xfrm>
            <a:off x="1436255" y="2499699"/>
            <a:ext cx="9751727" cy="3000821"/>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dirty="0">
              <a:cs typeface="Calibri"/>
            </a:endParaRPr>
          </a:p>
          <a:p>
            <a:pPr marL="114300">
              <a:lnSpc>
                <a:spcPct val="90000"/>
              </a:lnSpc>
            </a:pPr>
            <a:r>
              <a:rPr lang="en-US" dirty="0">
                <a:cs typeface="Calibri"/>
                <a:hlinkClick r:id="rId4" action="ppaction://hlinksldjump"/>
              </a:rPr>
              <a:t>I want a new Mac. I will use my scholarship and pay extra out of pocket to get the one I want.</a:t>
            </a:r>
            <a:r>
              <a:rPr lang="en-US" dirty="0">
                <a:cs typeface="Calibri"/>
              </a:rPr>
              <a:t>[Level6_Decision2_OptA]</a:t>
            </a:r>
          </a:p>
          <a:p>
            <a:pPr marL="114300">
              <a:lnSpc>
                <a:spcPct val="90000"/>
              </a:lnSpc>
            </a:pPr>
            <a:endParaRPr lang="en-US" b="1" dirty="0">
              <a:solidFill>
                <a:schemeClr val="tx2"/>
              </a:solidFill>
              <a:ea typeface="Calibri"/>
              <a:cs typeface="Calibri"/>
            </a:endParaRPr>
          </a:p>
          <a:p>
            <a:pPr marL="114300">
              <a:lnSpc>
                <a:spcPct val="90000"/>
              </a:lnSpc>
            </a:pPr>
            <a:r>
              <a:rPr lang="en-US" dirty="0">
                <a:solidFill>
                  <a:schemeClr val="tx2"/>
                </a:solidFill>
                <a:ea typeface="Calibri"/>
                <a:cs typeface="Calibri"/>
                <a:hlinkClick r:id="rId5" action="ppaction://hlinksldjump"/>
              </a:rPr>
              <a:t>I will buy a refurbished one within my price range. I have read good reviews about Apple’s Certified Refurbished program! </a:t>
            </a:r>
            <a:r>
              <a:rPr lang="en-US" dirty="0">
                <a:solidFill>
                  <a:schemeClr val="tx2"/>
                </a:solidFill>
                <a:ea typeface="Calibri"/>
                <a:cs typeface="Calibri"/>
              </a:rPr>
              <a:t>[Level6_Decision2_OptB]</a:t>
            </a:r>
            <a:endParaRPr lang="en-US" dirty="0">
              <a:solidFill>
                <a:schemeClr val="tx2"/>
              </a:solidFill>
              <a:ea typeface="Calibri"/>
              <a:cs typeface="Calibri"/>
              <a:hlinkClick r:id="rId6" action="ppaction://hlinksldjump"/>
            </a:endParaRPr>
          </a:p>
          <a:p>
            <a:endParaRPr lang="en-US" dirty="0">
              <a:cs typeface="Calibri"/>
            </a:endParaRPr>
          </a:p>
          <a:p>
            <a:pPr marL="342900" indent="-342900">
              <a:buFont typeface="+mj-lt"/>
              <a:buAutoNum type="arabicPeriod"/>
            </a:pPr>
            <a:endParaRPr lang="en-US" dirty="0">
              <a:cs typeface="Calibri"/>
            </a:endParaRPr>
          </a:p>
          <a:p>
            <a:pPr marL="342900" indent="-342900">
              <a:buFont typeface="+mj-lt"/>
              <a:buAutoNum type="arabicPeriod"/>
            </a:pPr>
            <a:endParaRPr lang="en-US" dirty="0">
              <a:cs typeface="Calibri"/>
            </a:endParaRPr>
          </a:p>
          <a:p>
            <a:endParaRPr lang="en-US" dirty="0">
              <a:cs typeface="Calibri"/>
            </a:endParaRPr>
          </a:p>
          <a:p>
            <a:pPr algn="ctr"/>
            <a:endParaRPr lang="en-US" dirty="0">
              <a:cs typeface="Calibri"/>
            </a:endParaRPr>
          </a:p>
        </p:txBody>
      </p:sp>
      <p:sp>
        <p:nvSpPr>
          <p:cNvPr id="5" name="Arrow: Pentagon 4">
            <a:extLst>
              <a:ext uri="{FF2B5EF4-FFF2-40B4-BE49-F238E27FC236}">
                <a16:creationId xmlns:a16="http://schemas.microsoft.com/office/drawing/2014/main" id="{4686E842-B002-4ED3-B0EC-4877E3646A3D}"/>
              </a:ext>
            </a:extLst>
          </p:cNvPr>
          <p:cNvSpPr/>
          <p:nvPr/>
        </p:nvSpPr>
        <p:spPr>
          <a:xfrm>
            <a:off x="162685" y="3505826"/>
            <a:ext cx="1066800" cy="402368"/>
          </a:xfrm>
          <a:prstGeom prst="homePlate">
            <a:avLst/>
          </a:prstGeom>
        </p:spPr>
        <p:style>
          <a:lnRef idx="1">
            <a:schemeClr val="accent6"/>
          </a:lnRef>
          <a:fillRef idx="2">
            <a:schemeClr val="accent6"/>
          </a:fillRef>
          <a:effectRef idx="1">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Optimal</a:t>
            </a:r>
          </a:p>
        </p:txBody>
      </p:sp>
      <p:sp>
        <p:nvSpPr>
          <p:cNvPr id="8" name="Text Placeholder 3">
            <a:extLst>
              <a:ext uri="{FF2B5EF4-FFF2-40B4-BE49-F238E27FC236}">
                <a16:creationId xmlns:a16="http://schemas.microsoft.com/office/drawing/2014/main" id="{9121C58B-D937-4C00-B3CB-E5728003CAC5}"/>
              </a:ext>
            </a:extLst>
          </p:cNvPr>
          <p:cNvSpPr txBox="1">
            <a:spLocks/>
          </p:cNvSpPr>
          <p:nvPr/>
        </p:nvSpPr>
        <p:spPr>
          <a:xfrm>
            <a:off x="1229485" y="3466849"/>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en-US" sz="2099"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Titillium WebRegular"/>
              </a:rPr>
              <a:t>B</a:t>
            </a: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p:txBody>
      </p:sp>
      <p:sp>
        <p:nvSpPr>
          <p:cNvPr id="9" name="Text Placeholder 3">
            <a:extLst>
              <a:ext uri="{FF2B5EF4-FFF2-40B4-BE49-F238E27FC236}">
                <a16:creationId xmlns:a16="http://schemas.microsoft.com/office/drawing/2014/main" id="{C53C5F17-A17A-48E2-A6BA-AA071DA5B1DA}"/>
              </a:ext>
            </a:extLst>
          </p:cNvPr>
          <p:cNvSpPr txBox="1">
            <a:spLocks/>
          </p:cNvSpPr>
          <p:nvPr/>
        </p:nvSpPr>
        <p:spPr>
          <a:xfrm>
            <a:off x="1229485" y="2730713"/>
            <a:ext cx="62419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en-US" sz="2099"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Titillium WebRegular"/>
              </a:rPr>
              <a:t>A</a:t>
            </a:r>
          </a:p>
        </p:txBody>
      </p:sp>
      <p:sp>
        <p:nvSpPr>
          <p:cNvPr id="10" name="TextBox 9">
            <a:extLst>
              <a:ext uri="{FF2B5EF4-FFF2-40B4-BE49-F238E27FC236}">
                <a16:creationId xmlns:a16="http://schemas.microsoft.com/office/drawing/2014/main" id="{BDAEC694-C9C1-46C7-B631-6863C84D3D52}"/>
              </a:ext>
            </a:extLst>
          </p:cNvPr>
          <p:cNvSpPr txBox="1"/>
          <p:nvPr/>
        </p:nvSpPr>
        <p:spPr>
          <a:xfrm>
            <a:off x="563162" y="6012917"/>
            <a:ext cx="10412618" cy="646331"/>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lvl="0">
              <a:defRPr/>
            </a:pPr>
            <a:r>
              <a:rPr lang="en-US" dirty="0">
                <a:solidFill>
                  <a:prstClr val="black"/>
                </a:solidFill>
              </a:rPr>
              <a:t>If Option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 The student overspends the budget and can’t get a printer.</a:t>
            </a:r>
          </a:p>
          <a:p>
            <a:pPr lvl="0">
              <a:defRPr/>
            </a:pPr>
            <a:r>
              <a:rPr lang="en-US" dirty="0">
                <a:solidFill>
                  <a:prstClr val="black"/>
                </a:solidFill>
              </a:rPr>
              <a:t>If Option B: Student will need to choose hardware specifications.</a:t>
            </a:r>
          </a:p>
        </p:txBody>
      </p:sp>
      <p:sp>
        <p:nvSpPr>
          <p:cNvPr id="11" name="TextBox 10">
            <a:extLst>
              <a:ext uri="{FF2B5EF4-FFF2-40B4-BE49-F238E27FC236}">
                <a16:creationId xmlns:a16="http://schemas.microsoft.com/office/drawing/2014/main" id="{78061136-9409-48DE-8C62-1FC06551991B}"/>
              </a:ext>
            </a:extLst>
          </p:cNvPr>
          <p:cNvSpPr txBox="1"/>
          <p:nvPr/>
        </p:nvSpPr>
        <p:spPr>
          <a:xfrm>
            <a:off x="563162" y="4854189"/>
            <a:ext cx="10412618" cy="646331"/>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rPr>
              <a:t>Explanation: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C00000"/>
                </a:solidFill>
                <a:latin typeface="Calibri" panose="020F0502020204030204"/>
              </a:rPr>
              <a:t>A new Mac computer won’t fit in the budget.</a:t>
            </a:r>
            <a:endPar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endParaRPr>
          </a:p>
        </p:txBody>
      </p:sp>
      <p:sp>
        <p:nvSpPr>
          <p:cNvPr id="12" name="TextBox 11">
            <a:extLst>
              <a:ext uri="{FF2B5EF4-FFF2-40B4-BE49-F238E27FC236}">
                <a16:creationId xmlns:a16="http://schemas.microsoft.com/office/drawing/2014/main" id="{BC9EF28C-54B3-44B6-8B6A-ED96A471EC91}"/>
              </a:ext>
            </a:extLst>
          </p:cNvPr>
          <p:cNvSpPr txBox="1"/>
          <p:nvPr/>
        </p:nvSpPr>
        <p:spPr>
          <a:xfrm>
            <a:off x="563163" y="879727"/>
            <a:ext cx="10412617"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chose to buy a </a:t>
            </a:r>
            <a:r>
              <a:rPr lang="en-US" dirty="0">
                <a:solidFill>
                  <a:prstClr val="black"/>
                </a:solidFill>
                <a:latin typeface="Calibri" panose="020F0502020204030204"/>
              </a:rPr>
              <a:t>Mac computer.</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D855F3E1-C4A8-4528-9470-B1FA7C93AB5A}"/>
              </a:ext>
            </a:extLst>
          </p:cNvPr>
          <p:cNvSpPr txBox="1"/>
          <p:nvPr/>
        </p:nvSpPr>
        <p:spPr>
          <a:xfrm>
            <a:off x="563162" y="1393152"/>
            <a:ext cx="10412617" cy="923330"/>
          </a:xfrm>
          <a:prstGeom prst="rect">
            <a:avLst/>
          </a:prstGeom>
          <a:noFill/>
        </p:spPr>
        <p:txBody>
          <a:bodyPr wrap="square" rtlCol="0">
            <a:spAutoFit/>
          </a:bodyPr>
          <a:lstStyle/>
          <a:p>
            <a:r>
              <a:rPr lang="en-US" dirty="0">
                <a:solidFill>
                  <a:srgbClr val="44546A"/>
                </a:solidFill>
                <a:cs typeface="Calibri"/>
              </a:rPr>
              <a:t>You’ve selected a Mac! As you do more research you notice that the average Mac computer is between $1,000 - $1,200. You wonder if you should buy a new one or a refurbished one. What should you do?</a:t>
            </a:r>
          </a:p>
          <a:p>
            <a:endParaRPr lang="en-US" dirty="0"/>
          </a:p>
        </p:txBody>
      </p:sp>
    </p:spTree>
    <p:custDataLst>
      <p:tags r:id="rId1"/>
    </p:custDataLst>
    <p:extLst>
      <p:ext uri="{BB962C8B-B14F-4D97-AF65-F5344CB8AC3E}">
        <p14:creationId xmlns:p14="http://schemas.microsoft.com/office/powerpoint/2010/main" val="32957992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CAE1ECA0-4ACE-481C-A7B3-307E60CB66F9}"/>
              </a:ext>
            </a:extLst>
          </p:cNvPr>
          <p:cNvSpPr>
            <a:spLocks noGrp="1"/>
          </p:cNvSpPr>
          <p:nvPr>
            <p:ph type="title"/>
          </p:nvPr>
        </p:nvSpPr>
        <p:spPr>
          <a:xfrm>
            <a:off x="546101" y="94864"/>
            <a:ext cx="10412618" cy="1143000"/>
          </a:xfrm>
        </p:spPr>
        <p:txBody>
          <a:bodyPr/>
          <a:lstStyle/>
          <a:p>
            <a:r>
              <a:rPr lang="en-JM" dirty="0"/>
              <a:t>Level7_Decision1</a:t>
            </a:r>
          </a:p>
        </p:txBody>
      </p:sp>
      <p:sp>
        <p:nvSpPr>
          <p:cNvPr id="2" name="TextBox 1">
            <a:extLst>
              <a:ext uri="{FF2B5EF4-FFF2-40B4-BE49-F238E27FC236}">
                <a16:creationId xmlns:a16="http://schemas.microsoft.com/office/drawing/2014/main" id="{8E61185D-0285-4C9D-8544-02C370D1F1FF}"/>
              </a:ext>
            </a:extLst>
          </p:cNvPr>
          <p:cNvSpPr txBox="1"/>
          <p:nvPr/>
        </p:nvSpPr>
        <p:spPr>
          <a:xfrm>
            <a:off x="1514647" y="2483667"/>
            <a:ext cx="9817620" cy="1477328"/>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dirty="0">
              <a:cs typeface="Calibri"/>
            </a:endParaRPr>
          </a:p>
          <a:p>
            <a:r>
              <a:rPr lang="en-US" dirty="0">
                <a:solidFill>
                  <a:schemeClr val="tx2"/>
                </a:solidFill>
                <a:ea typeface="Calibri"/>
                <a:cs typeface="Calibri"/>
                <a:hlinkClick r:id="rId4" action="ppaction://hlinksldjump"/>
              </a:rPr>
              <a:t>I want the best high-end laptop. I will pay out of pocket if it costs more than the $750 I received in my scholarship. </a:t>
            </a:r>
            <a:r>
              <a:rPr lang="en-US" dirty="0">
                <a:solidFill>
                  <a:schemeClr val="tx2"/>
                </a:solidFill>
                <a:ea typeface="Calibri"/>
                <a:cs typeface="Calibri"/>
              </a:rPr>
              <a:t>[Level7_Decision1_OptA]</a:t>
            </a:r>
            <a:endParaRPr lang="en-US" b="1" dirty="0">
              <a:solidFill>
                <a:schemeClr val="tx2"/>
              </a:solidFill>
              <a:ea typeface="Calibri"/>
              <a:cs typeface="Calibri"/>
              <a:hlinkClick r:id="rId5" action="ppaction://hlinksldjump"/>
            </a:endParaRPr>
          </a:p>
          <a:p>
            <a:endParaRPr lang="en-US" dirty="0">
              <a:cs typeface="Calibri"/>
              <a:hlinkClick r:id="rId6" action="ppaction://hlinksldjump"/>
            </a:endParaRPr>
          </a:p>
          <a:p>
            <a:r>
              <a:rPr lang="en-US" dirty="0">
                <a:cs typeface="Calibri"/>
                <a:hlinkClick r:id="rId7" action="ppaction://hlinksldjump"/>
              </a:rPr>
              <a:t>I will buy a more affordable laptop from a lesser-known brand.</a:t>
            </a:r>
            <a:r>
              <a:rPr lang="en-US" dirty="0">
                <a:cs typeface="Calibri"/>
              </a:rPr>
              <a:t> [Level7_Decision1_OptB]</a:t>
            </a:r>
            <a:endParaRPr lang="en-US" b="1" dirty="0">
              <a:solidFill>
                <a:schemeClr val="tx2"/>
              </a:solidFill>
              <a:ea typeface="Calibri"/>
              <a:cs typeface="Calibri"/>
            </a:endParaRPr>
          </a:p>
        </p:txBody>
      </p:sp>
      <p:sp>
        <p:nvSpPr>
          <p:cNvPr id="6" name="Arrow: Pentagon 5">
            <a:extLst>
              <a:ext uri="{FF2B5EF4-FFF2-40B4-BE49-F238E27FC236}">
                <a16:creationId xmlns:a16="http://schemas.microsoft.com/office/drawing/2014/main" id="{9030929F-278D-4101-9104-C556086B0FA2}"/>
              </a:ext>
            </a:extLst>
          </p:cNvPr>
          <p:cNvSpPr/>
          <p:nvPr/>
        </p:nvSpPr>
        <p:spPr>
          <a:xfrm>
            <a:off x="72533" y="3551198"/>
            <a:ext cx="1066800" cy="402368"/>
          </a:xfrm>
          <a:prstGeom prst="homePlate">
            <a:avLst/>
          </a:prstGeom>
        </p:spPr>
        <p:style>
          <a:lnRef idx="1">
            <a:schemeClr val="accent6"/>
          </a:lnRef>
          <a:fillRef idx="2">
            <a:schemeClr val="accent6"/>
          </a:fillRef>
          <a:effectRef idx="1">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Optimal</a:t>
            </a:r>
          </a:p>
        </p:txBody>
      </p:sp>
      <p:sp>
        <p:nvSpPr>
          <p:cNvPr id="7" name="Text Placeholder 3">
            <a:extLst>
              <a:ext uri="{FF2B5EF4-FFF2-40B4-BE49-F238E27FC236}">
                <a16:creationId xmlns:a16="http://schemas.microsoft.com/office/drawing/2014/main" id="{30024D33-F11F-432C-A2AA-5E38426CDE50}"/>
              </a:ext>
            </a:extLst>
          </p:cNvPr>
          <p:cNvSpPr txBox="1">
            <a:spLocks/>
          </p:cNvSpPr>
          <p:nvPr/>
        </p:nvSpPr>
        <p:spPr>
          <a:xfrm>
            <a:off x="1139333" y="2743807"/>
            <a:ext cx="62419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en-US" sz="2099"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Titillium WebRegular"/>
              </a:rPr>
              <a:t>A</a:t>
            </a:r>
          </a:p>
        </p:txBody>
      </p:sp>
      <p:sp>
        <p:nvSpPr>
          <p:cNvPr id="8" name="Text Placeholder 3">
            <a:extLst>
              <a:ext uri="{FF2B5EF4-FFF2-40B4-BE49-F238E27FC236}">
                <a16:creationId xmlns:a16="http://schemas.microsoft.com/office/drawing/2014/main" id="{1184861A-7A04-4147-8C5C-5C02017128A0}"/>
              </a:ext>
            </a:extLst>
          </p:cNvPr>
          <p:cNvSpPr txBox="1">
            <a:spLocks/>
          </p:cNvSpPr>
          <p:nvPr/>
        </p:nvSpPr>
        <p:spPr>
          <a:xfrm>
            <a:off x="1139333" y="3541825"/>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en-US" sz="2099"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Titillium WebRegular"/>
              </a:rPr>
              <a:t>B</a:t>
            </a: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p:txBody>
      </p:sp>
      <p:sp>
        <p:nvSpPr>
          <p:cNvPr id="9" name="TextBox 8">
            <a:extLst>
              <a:ext uri="{FF2B5EF4-FFF2-40B4-BE49-F238E27FC236}">
                <a16:creationId xmlns:a16="http://schemas.microsoft.com/office/drawing/2014/main" id="{1D225ABA-5BF5-42BD-8CC2-2A7E6DE93289}"/>
              </a:ext>
            </a:extLst>
          </p:cNvPr>
          <p:cNvSpPr txBox="1"/>
          <p:nvPr/>
        </p:nvSpPr>
        <p:spPr>
          <a:xfrm>
            <a:off x="546102" y="5868642"/>
            <a:ext cx="10412618" cy="646331"/>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lvl="0">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If Option A: </a:t>
            </a:r>
            <a:r>
              <a:rPr lang="en-US" dirty="0">
                <a:solidFill>
                  <a:prstClr val="black"/>
                </a:solidFill>
              </a:rPr>
              <a:t>The student overspends the budget and can’t get a printer.</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prstClr val="black"/>
                </a:solidFill>
              </a:rPr>
              <a:t>If Option B: The student gets a great computer and can also buy a printer.</a:t>
            </a:r>
          </a:p>
        </p:txBody>
      </p:sp>
      <p:sp>
        <p:nvSpPr>
          <p:cNvPr id="10" name="TextBox 9">
            <a:extLst>
              <a:ext uri="{FF2B5EF4-FFF2-40B4-BE49-F238E27FC236}">
                <a16:creationId xmlns:a16="http://schemas.microsoft.com/office/drawing/2014/main" id="{C35F47D6-A6D3-4406-9241-CC9771EEA49B}"/>
              </a:ext>
            </a:extLst>
          </p:cNvPr>
          <p:cNvSpPr txBox="1"/>
          <p:nvPr/>
        </p:nvSpPr>
        <p:spPr>
          <a:xfrm>
            <a:off x="546102" y="4709914"/>
            <a:ext cx="10412618" cy="646331"/>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rPr>
              <a:t>Explanation: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C00000"/>
                </a:solidFill>
                <a:latin typeface="Calibri" panose="020F0502020204030204"/>
              </a:rPr>
              <a:t>The high-end laptop won’t fit in the budget.</a:t>
            </a:r>
            <a:endPar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endParaRPr>
          </a:p>
        </p:txBody>
      </p:sp>
      <p:sp>
        <p:nvSpPr>
          <p:cNvPr id="11" name="TextBox 10">
            <a:extLst>
              <a:ext uri="{FF2B5EF4-FFF2-40B4-BE49-F238E27FC236}">
                <a16:creationId xmlns:a16="http://schemas.microsoft.com/office/drawing/2014/main" id="{898C8771-3D0A-48C5-BA0B-20A155B5798C}"/>
              </a:ext>
            </a:extLst>
          </p:cNvPr>
          <p:cNvSpPr txBox="1"/>
          <p:nvPr/>
        </p:nvSpPr>
        <p:spPr>
          <a:xfrm>
            <a:off x="546102" y="986231"/>
            <a:ext cx="10412617"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chose </a:t>
            </a:r>
            <a:r>
              <a:rPr lang="en-US" dirty="0">
                <a:solidFill>
                  <a:prstClr val="black"/>
                </a:solidFill>
                <a:latin typeface="Calibri" panose="020F0502020204030204"/>
              </a:rPr>
              <a:t>to buy the high-end laptop.</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5EFBAEC1-6C1A-4611-9020-126E20281E98}"/>
              </a:ext>
            </a:extLst>
          </p:cNvPr>
          <p:cNvSpPr txBox="1"/>
          <p:nvPr/>
        </p:nvSpPr>
        <p:spPr>
          <a:xfrm>
            <a:off x="546101" y="1534105"/>
            <a:ext cx="10412617" cy="1200329"/>
          </a:xfrm>
          <a:prstGeom prst="rect">
            <a:avLst/>
          </a:prstGeom>
          <a:noFill/>
        </p:spPr>
        <p:txBody>
          <a:bodyPr wrap="square" rtlCol="0">
            <a:spAutoFit/>
          </a:bodyPr>
          <a:lstStyle/>
          <a:p>
            <a:r>
              <a:rPr lang="en-US" dirty="0">
                <a:solidFill>
                  <a:srgbClr val="44546A"/>
                </a:solidFill>
                <a:cs typeface="Calibri"/>
              </a:rPr>
              <a:t>You’ve decided you want a high-end laptop with Core i7 and 16 GB of RAM. Now you need to decide if you want to get the top-rated high-end laptop, which is quite expensive, or if you are comfortable getting a lesser-rated laptop from a lesser-known brand. </a:t>
            </a:r>
          </a:p>
          <a:p>
            <a:endParaRPr lang="en-US" dirty="0"/>
          </a:p>
        </p:txBody>
      </p:sp>
    </p:spTree>
    <p:custDataLst>
      <p:tags r:id="rId1"/>
    </p:custDataLst>
    <p:extLst>
      <p:ext uri="{BB962C8B-B14F-4D97-AF65-F5344CB8AC3E}">
        <p14:creationId xmlns:p14="http://schemas.microsoft.com/office/powerpoint/2010/main" val="24109832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CAE1ECA0-4ACE-481C-A7B3-307E60CB66F9}"/>
              </a:ext>
            </a:extLst>
          </p:cNvPr>
          <p:cNvSpPr>
            <a:spLocks noGrp="1"/>
          </p:cNvSpPr>
          <p:nvPr>
            <p:ph type="title"/>
          </p:nvPr>
        </p:nvSpPr>
        <p:spPr>
          <a:xfrm>
            <a:off x="546099" y="-124566"/>
            <a:ext cx="10412618" cy="1143000"/>
          </a:xfrm>
        </p:spPr>
        <p:txBody>
          <a:bodyPr/>
          <a:lstStyle/>
          <a:p>
            <a:r>
              <a:rPr lang="en-JM" dirty="0"/>
              <a:t>Level7_Decision2</a:t>
            </a:r>
          </a:p>
        </p:txBody>
      </p:sp>
      <p:sp>
        <p:nvSpPr>
          <p:cNvPr id="2" name="TextBox 1">
            <a:extLst>
              <a:ext uri="{FF2B5EF4-FFF2-40B4-BE49-F238E27FC236}">
                <a16:creationId xmlns:a16="http://schemas.microsoft.com/office/drawing/2014/main" id="{8E61185D-0285-4C9D-8544-02C370D1F1FF}"/>
              </a:ext>
            </a:extLst>
          </p:cNvPr>
          <p:cNvSpPr txBox="1"/>
          <p:nvPr/>
        </p:nvSpPr>
        <p:spPr>
          <a:xfrm>
            <a:off x="1586135" y="2984065"/>
            <a:ext cx="9433241" cy="3970318"/>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dirty="0">
              <a:cs typeface="Calibri"/>
            </a:endParaRPr>
          </a:p>
          <a:p>
            <a:r>
              <a:rPr lang="en-US" dirty="0">
                <a:solidFill>
                  <a:schemeClr val="tx2"/>
                </a:solidFill>
                <a:ea typeface="Calibri"/>
                <a:cs typeface="Calibri"/>
                <a:hlinkClick r:id="rId4" action="ppaction://hlinksldjump"/>
              </a:rPr>
              <a:t>I want a lot of space, so I can save everything from my academic career on my laptop. I choose 500 GB SSD. </a:t>
            </a:r>
            <a:r>
              <a:rPr lang="en-US" dirty="0">
                <a:solidFill>
                  <a:schemeClr val="tx2"/>
                </a:solidFill>
                <a:ea typeface="Calibri"/>
                <a:cs typeface="Calibri"/>
              </a:rPr>
              <a:t>[Level7_Decision2_OptA]</a:t>
            </a:r>
            <a:endParaRPr lang="en-US" b="1" dirty="0">
              <a:solidFill>
                <a:schemeClr val="tx2"/>
              </a:solidFill>
              <a:ea typeface="Calibri"/>
              <a:cs typeface="Calibri"/>
              <a:hlinkClick r:id="rId5" action="ppaction://hlinksldjump"/>
            </a:endParaRPr>
          </a:p>
          <a:p>
            <a:endParaRPr lang="en-US" dirty="0">
              <a:cs typeface="Calibri"/>
              <a:hlinkClick r:id="rId6" action="ppaction://hlinksldjump"/>
            </a:endParaRPr>
          </a:p>
          <a:p>
            <a:r>
              <a:rPr lang="en-US" dirty="0">
                <a:cs typeface="Calibri"/>
                <a:hlinkClick r:id="rId7" action="ppaction://hlinksldjump"/>
              </a:rPr>
              <a:t>If I run out of space, I can always start saving files on an external hard drive or on the cloud. I only need 128 GB SSD.</a:t>
            </a:r>
            <a:r>
              <a:rPr lang="en-US" dirty="0">
                <a:cs typeface="Calibri"/>
              </a:rPr>
              <a:t> [Level7_Decision2_OptB]</a:t>
            </a:r>
            <a:endParaRPr lang="en-US" b="1" dirty="0">
              <a:solidFill>
                <a:schemeClr val="tx2"/>
              </a:solidFill>
              <a:ea typeface="Calibri"/>
              <a:cs typeface="Calibri"/>
            </a:endParaRPr>
          </a:p>
          <a:p>
            <a:endParaRPr lang="en-US" b="1" dirty="0">
              <a:solidFill>
                <a:schemeClr val="tx2"/>
              </a:solidFill>
              <a:ea typeface="Calibri"/>
              <a:cs typeface="Calibri"/>
            </a:endParaRPr>
          </a:p>
          <a:p>
            <a:endParaRPr lang="en-US" b="1" dirty="0">
              <a:solidFill>
                <a:schemeClr val="tx2"/>
              </a:solidFill>
              <a:ea typeface="Calibri"/>
              <a:cs typeface="Calibri"/>
            </a:endParaRPr>
          </a:p>
          <a:p>
            <a:endParaRPr lang="en-US" b="1" dirty="0">
              <a:solidFill>
                <a:schemeClr val="tx2"/>
              </a:solidFill>
              <a:ea typeface="Calibri"/>
              <a:cs typeface="Calibri"/>
              <a:hlinkClick r:id="rId5" action="ppaction://hlinksldjump"/>
            </a:endParaRPr>
          </a:p>
          <a:p>
            <a:pPr marL="342900" indent="-342900">
              <a:buFontTx/>
              <a:buAutoNum type="alphaUcPeriod"/>
            </a:pPr>
            <a:endParaRPr lang="en-US" b="1" dirty="0">
              <a:solidFill>
                <a:schemeClr val="tx2"/>
              </a:solidFill>
              <a:ea typeface="Calibri"/>
              <a:cs typeface="Calibri"/>
              <a:hlinkClick r:id="rId5" action="ppaction://hlinksldjump"/>
            </a:endParaRPr>
          </a:p>
          <a:p>
            <a:pPr marL="342900" indent="-342900">
              <a:buAutoNum type="alphaUcPeriod"/>
            </a:pPr>
            <a:endParaRPr lang="en-US" dirty="0">
              <a:cs typeface="Calibri"/>
            </a:endParaRPr>
          </a:p>
          <a:p>
            <a:endParaRPr lang="en-US" dirty="0">
              <a:cs typeface="Calibri"/>
            </a:endParaRPr>
          </a:p>
          <a:p>
            <a:endParaRPr lang="en-US" dirty="0">
              <a:cs typeface="Calibri"/>
            </a:endParaRPr>
          </a:p>
          <a:p>
            <a:pPr algn="ctr"/>
            <a:endParaRPr lang="en-US" dirty="0">
              <a:cs typeface="Calibri"/>
            </a:endParaRPr>
          </a:p>
        </p:txBody>
      </p:sp>
      <p:sp>
        <p:nvSpPr>
          <p:cNvPr id="6" name="Arrow: Pentagon 5">
            <a:extLst>
              <a:ext uri="{FF2B5EF4-FFF2-40B4-BE49-F238E27FC236}">
                <a16:creationId xmlns:a16="http://schemas.microsoft.com/office/drawing/2014/main" id="{A45C065E-9703-4C0D-8BA0-73F58CB1B2DF}"/>
              </a:ext>
            </a:extLst>
          </p:cNvPr>
          <p:cNvSpPr/>
          <p:nvPr/>
        </p:nvSpPr>
        <p:spPr>
          <a:xfrm>
            <a:off x="207236" y="4030311"/>
            <a:ext cx="1066800" cy="402368"/>
          </a:xfrm>
          <a:prstGeom prst="homePlate">
            <a:avLst/>
          </a:prstGeom>
        </p:spPr>
        <p:style>
          <a:lnRef idx="1">
            <a:schemeClr val="accent6"/>
          </a:lnRef>
          <a:fillRef idx="2">
            <a:schemeClr val="accent6"/>
          </a:fillRef>
          <a:effectRef idx="1">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Optimal</a:t>
            </a:r>
          </a:p>
        </p:txBody>
      </p:sp>
      <p:sp>
        <p:nvSpPr>
          <p:cNvPr id="7" name="Text Placeholder 3">
            <a:extLst>
              <a:ext uri="{FF2B5EF4-FFF2-40B4-BE49-F238E27FC236}">
                <a16:creationId xmlns:a16="http://schemas.microsoft.com/office/drawing/2014/main" id="{114F86C5-49F9-44C4-A381-D945CE8627E5}"/>
              </a:ext>
            </a:extLst>
          </p:cNvPr>
          <p:cNvSpPr txBox="1">
            <a:spLocks/>
          </p:cNvSpPr>
          <p:nvPr/>
        </p:nvSpPr>
        <p:spPr>
          <a:xfrm>
            <a:off x="1274036" y="3204406"/>
            <a:ext cx="62419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en-US" sz="2099"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Titillium WebRegular"/>
              </a:rPr>
              <a:t>A</a:t>
            </a:r>
          </a:p>
        </p:txBody>
      </p:sp>
      <p:sp>
        <p:nvSpPr>
          <p:cNvPr id="8" name="Text Placeholder 3">
            <a:extLst>
              <a:ext uri="{FF2B5EF4-FFF2-40B4-BE49-F238E27FC236}">
                <a16:creationId xmlns:a16="http://schemas.microsoft.com/office/drawing/2014/main" id="{35CAEFB6-D5AB-472C-8F93-1FA17CC10EFD}"/>
              </a:ext>
            </a:extLst>
          </p:cNvPr>
          <p:cNvSpPr txBox="1">
            <a:spLocks/>
          </p:cNvSpPr>
          <p:nvPr/>
        </p:nvSpPr>
        <p:spPr>
          <a:xfrm>
            <a:off x="1274036" y="3971900"/>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en-US" sz="2099"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Titillium WebRegular"/>
              </a:rPr>
              <a:t>B</a:t>
            </a: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p:txBody>
      </p:sp>
      <p:sp>
        <p:nvSpPr>
          <p:cNvPr id="9" name="TextBox 8">
            <a:extLst>
              <a:ext uri="{FF2B5EF4-FFF2-40B4-BE49-F238E27FC236}">
                <a16:creationId xmlns:a16="http://schemas.microsoft.com/office/drawing/2014/main" id="{A45D0C96-C595-42A0-A6CE-21153B006B9A}"/>
              </a:ext>
            </a:extLst>
          </p:cNvPr>
          <p:cNvSpPr txBox="1"/>
          <p:nvPr/>
        </p:nvSpPr>
        <p:spPr>
          <a:xfrm>
            <a:off x="546099" y="6088095"/>
            <a:ext cx="10412620" cy="646331"/>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lvl="0">
              <a:defRPr/>
            </a:pPr>
            <a:r>
              <a:rPr lang="en-US" dirty="0">
                <a:solidFill>
                  <a:prstClr val="black"/>
                </a:solidFill>
              </a:rPr>
              <a:t>If Option A: The student overspends the budget and can’t get a printer.</a:t>
            </a:r>
          </a:p>
          <a:p>
            <a:pPr lvl="0">
              <a:defRPr/>
            </a:pPr>
            <a:r>
              <a:rPr lang="en-US" dirty="0">
                <a:solidFill>
                  <a:prstClr val="black"/>
                </a:solidFill>
              </a:rPr>
              <a:t>If Option B: The student gets a great computer and can also buy a printer.</a:t>
            </a:r>
          </a:p>
        </p:txBody>
      </p:sp>
      <p:sp>
        <p:nvSpPr>
          <p:cNvPr id="10" name="TextBox 9">
            <a:extLst>
              <a:ext uri="{FF2B5EF4-FFF2-40B4-BE49-F238E27FC236}">
                <a16:creationId xmlns:a16="http://schemas.microsoft.com/office/drawing/2014/main" id="{1D1EB70F-3FF5-437E-BA4E-6BF44F76A18B}"/>
              </a:ext>
            </a:extLst>
          </p:cNvPr>
          <p:cNvSpPr txBox="1"/>
          <p:nvPr/>
        </p:nvSpPr>
        <p:spPr>
          <a:xfrm>
            <a:off x="546100" y="5086132"/>
            <a:ext cx="10412620" cy="646331"/>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rPr>
              <a:t>Explanation: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C00000"/>
                </a:solidFill>
                <a:latin typeface="Calibri" panose="020F0502020204030204"/>
              </a:rPr>
              <a:t>A 128 GB SSD is more affordable and more likely to fit in the budget.</a:t>
            </a:r>
            <a:endPar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endParaRPr>
          </a:p>
        </p:txBody>
      </p:sp>
      <p:sp>
        <p:nvSpPr>
          <p:cNvPr id="11" name="TextBox 10">
            <a:extLst>
              <a:ext uri="{FF2B5EF4-FFF2-40B4-BE49-F238E27FC236}">
                <a16:creationId xmlns:a16="http://schemas.microsoft.com/office/drawing/2014/main" id="{BB996D73-A854-4C33-AE4D-BE66D0659CEB}"/>
              </a:ext>
            </a:extLst>
          </p:cNvPr>
          <p:cNvSpPr txBox="1"/>
          <p:nvPr/>
        </p:nvSpPr>
        <p:spPr>
          <a:xfrm>
            <a:off x="563163" y="879727"/>
            <a:ext cx="10412617"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chose to buy a budget laptop.</a:t>
            </a:r>
          </a:p>
        </p:txBody>
      </p:sp>
      <p:sp>
        <p:nvSpPr>
          <p:cNvPr id="4" name="TextBox 3">
            <a:extLst>
              <a:ext uri="{FF2B5EF4-FFF2-40B4-BE49-F238E27FC236}">
                <a16:creationId xmlns:a16="http://schemas.microsoft.com/office/drawing/2014/main" id="{5903D284-4934-4FFE-9FE7-51D5B25A49C6}"/>
              </a:ext>
            </a:extLst>
          </p:cNvPr>
          <p:cNvSpPr txBox="1"/>
          <p:nvPr/>
        </p:nvSpPr>
        <p:spPr>
          <a:xfrm>
            <a:off x="546099" y="1437259"/>
            <a:ext cx="10473277" cy="1754326"/>
          </a:xfrm>
          <a:prstGeom prst="rect">
            <a:avLst/>
          </a:prstGeom>
          <a:noFill/>
        </p:spPr>
        <p:txBody>
          <a:bodyPr wrap="square" rtlCol="0">
            <a:spAutoFit/>
          </a:bodyPr>
          <a:lstStyle/>
          <a:p>
            <a:r>
              <a:rPr lang="en-US" dirty="0">
                <a:solidFill>
                  <a:srgbClr val="44546A"/>
                </a:solidFill>
                <a:cs typeface="Calibri"/>
              </a:rPr>
              <a:t>You are very close to selecting a laptop! You need to decide how much storage you want on your computer, which you will use for saving files locally. Solid State Drive (SSD) storage is measured in Gigabytes or GB. Each GB is approximately 1 billion bytes of data. The larger the GB, the more space you will have. Over your academic career,  you will mostly be using Microsoft Office. This semester you will be saving Excel Workbooks, so you may not need too much space. It would be nice to store your photos somewhere, though, so additional space has its advantages. What will you choose?</a:t>
            </a:r>
          </a:p>
        </p:txBody>
      </p:sp>
    </p:spTree>
    <p:custDataLst>
      <p:tags r:id="rId1"/>
    </p:custDataLst>
    <p:extLst>
      <p:ext uri="{BB962C8B-B14F-4D97-AF65-F5344CB8AC3E}">
        <p14:creationId xmlns:p14="http://schemas.microsoft.com/office/powerpoint/2010/main" val="26543959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CAE1ECA0-4ACE-481C-A7B3-307E60CB66F9}"/>
              </a:ext>
            </a:extLst>
          </p:cNvPr>
          <p:cNvSpPr>
            <a:spLocks noGrp="1"/>
          </p:cNvSpPr>
          <p:nvPr>
            <p:ph type="title"/>
          </p:nvPr>
        </p:nvSpPr>
        <p:spPr>
          <a:xfrm>
            <a:off x="563165" y="188510"/>
            <a:ext cx="10412618" cy="1143000"/>
          </a:xfrm>
        </p:spPr>
        <p:txBody>
          <a:bodyPr/>
          <a:lstStyle/>
          <a:p>
            <a:r>
              <a:rPr lang="en-JM" dirty="0"/>
              <a:t>Level7_Decision3</a:t>
            </a:r>
            <a:br>
              <a:rPr lang="en-JM" dirty="0"/>
            </a:br>
            <a:endParaRPr lang="en-JM" dirty="0"/>
          </a:p>
        </p:txBody>
      </p:sp>
      <p:sp>
        <p:nvSpPr>
          <p:cNvPr id="2" name="TextBox 1">
            <a:extLst>
              <a:ext uri="{FF2B5EF4-FFF2-40B4-BE49-F238E27FC236}">
                <a16:creationId xmlns:a16="http://schemas.microsoft.com/office/drawing/2014/main" id="{8E61185D-0285-4C9D-8544-02C370D1F1FF}"/>
              </a:ext>
            </a:extLst>
          </p:cNvPr>
          <p:cNvSpPr txBox="1"/>
          <p:nvPr/>
        </p:nvSpPr>
        <p:spPr>
          <a:xfrm>
            <a:off x="1447414" y="2532093"/>
            <a:ext cx="9559436" cy="3039294"/>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sz="2050" dirty="0">
              <a:solidFill>
                <a:srgbClr val="44546A"/>
              </a:solidFill>
              <a:latin typeface="Calibri" panose="020F0502020204030204"/>
              <a:cs typeface="Calibri"/>
            </a:endParaRPr>
          </a:p>
          <a:p>
            <a:pPr marL="114300">
              <a:lnSpc>
                <a:spcPct val="90000"/>
              </a:lnSpc>
            </a:pPr>
            <a:r>
              <a:rPr lang="en-US" dirty="0">
                <a:cs typeface="Calibri"/>
                <a:hlinkClick r:id="rId4" action="ppaction://hlinksldjump"/>
              </a:rPr>
              <a:t>I want the fast performance of Core i5 and 16 GB of RAM, even if it is more expensive.</a:t>
            </a:r>
            <a:r>
              <a:rPr lang="en-US" dirty="0">
                <a:cs typeface="Calibri"/>
              </a:rPr>
              <a:t> [Level7_Decision3_OptA]</a:t>
            </a:r>
          </a:p>
          <a:p>
            <a:pPr marL="114300">
              <a:lnSpc>
                <a:spcPct val="90000"/>
              </a:lnSpc>
            </a:pPr>
            <a:endParaRPr lang="en-US" b="1" dirty="0">
              <a:solidFill>
                <a:schemeClr val="tx2"/>
              </a:solidFill>
              <a:ea typeface="Calibri"/>
              <a:cs typeface="Calibri"/>
            </a:endParaRPr>
          </a:p>
          <a:p>
            <a:pPr marL="114300">
              <a:lnSpc>
                <a:spcPct val="90000"/>
              </a:lnSpc>
            </a:pPr>
            <a:r>
              <a:rPr lang="en-US" dirty="0">
                <a:solidFill>
                  <a:schemeClr val="tx2"/>
                </a:solidFill>
                <a:ea typeface="Calibri"/>
                <a:cs typeface="Calibri"/>
                <a:hlinkClick r:id="rId5" action="ppaction://hlinksldjump"/>
              </a:rPr>
              <a:t>I will mainly be using my laptop to do homework and stream movies.  A laptop with Core i5 and 4 GB of RAM is enough for me. </a:t>
            </a:r>
            <a:r>
              <a:rPr lang="en-US" dirty="0">
                <a:solidFill>
                  <a:schemeClr val="tx2"/>
                </a:solidFill>
                <a:ea typeface="Calibri"/>
                <a:cs typeface="Calibri"/>
              </a:rPr>
              <a:t>[Level7_Decision3_OptB]</a:t>
            </a:r>
            <a:endParaRPr lang="en-US" dirty="0">
              <a:solidFill>
                <a:schemeClr val="tx2"/>
              </a:solidFill>
              <a:ea typeface="Calibri"/>
              <a:cs typeface="Calibri"/>
              <a:hlinkClick r:id="rId6" action="ppaction://hlinksldjump"/>
            </a:endParaRPr>
          </a:p>
          <a:p>
            <a:endParaRPr lang="en-US" dirty="0">
              <a:cs typeface="Calibri"/>
            </a:endParaRPr>
          </a:p>
          <a:p>
            <a:endParaRPr lang="en-US" dirty="0">
              <a:cs typeface="Calibri"/>
            </a:endParaRPr>
          </a:p>
          <a:p>
            <a:endParaRPr lang="en-US" dirty="0">
              <a:cs typeface="Calibri"/>
            </a:endParaRPr>
          </a:p>
          <a:p>
            <a:endParaRPr lang="en-US" dirty="0">
              <a:cs typeface="Calibri"/>
            </a:endParaRPr>
          </a:p>
          <a:p>
            <a:pPr algn="ctr"/>
            <a:endParaRPr lang="en-US" dirty="0">
              <a:cs typeface="Calibri"/>
            </a:endParaRPr>
          </a:p>
        </p:txBody>
      </p:sp>
      <p:sp>
        <p:nvSpPr>
          <p:cNvPr id="6" name="Arrow: Pentagon 5">
            <a:extLst>
              <a:ext uri="{FF2B5EF4-FFF2-40B4-BE49-F238E27FC236}">
                <a16:creationId xmlns:a16="http://schemas.microsoft.com/office/drawing/2014/main" id="{E914FA02-6334-4425-B97E-7D8276D80ABC}"/>
              </a:ext>
            </a:extLst>
          </p:cNvPr>
          <p:cNvSpPr/>
          <p:nvPr/>
        </p:nvSpPr>
        <p:spPr>
          <a:xfrm>
            <a:off x="143574" y="3523138"/>
            <a:ext cx="1066800" cy="402368"/>
          </a:xfrm>
          <a:prstGeom prst="homePlate">
            <a:avLst/>
          </a:prstGeom>
        </p:spPr>
        <p:style>
          <a:lnRef idx="1">
            <a:schemeClr val="accent6"/>
          </a:lnRef>
          <a:fillRef idx="2">
            <a:schemeClr val="accent6"/>
          </a:fillRef>
          <a:effectRef idx="1">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Optimal</a:t>
            </a:r>
          </a:p>
        </p:txBody>
      </p:sp>
      <p:sp>
        <p:nvSpPr>
          <p:cNvPr id="7" name="Text Placeholder 3">
            <a:extLst>
              <a:ext uri="{FF2B5EF4-FFF2-40B4-BE49-F238E27FC236}">
                <a16:creationId xmlns:a16="http://schemas.microsoft.com/office/drawing/2014/main" id="{6980DBED-EC80-476A-AC7E-61E7F2423009}"/>
              </a:ext>
            </a:extLst>
          </p:cNvPr>
          <p:cNvSpPr txBox="1">
            <a:spLocks/>
          </p:cNvSpPr>
          <p:nvPr/>
        </p:nvSpPr>
        <p:spPr>
          <a:xfrm>
            <a:off x="1210374" y="2795429"/>
            <a:ext cx="62419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en-US" sz="2099"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Titillium WebRegular"/>
              </a:rPr>
              <a:t>A</a:t>
            </a:r>
          </a:p>
        </p:txBody>
      </p:sp>
      <p:sp>
        <p:nvSpPr>
          <p:cNvPr id="8" name="Text Placeholder 3">
            <a:extLst>
              <a:ext uri="{FF2B5EF4-FFF2-40B4-BE49-F238E27FC236}">
                <a16:creationId xmlns:a16="http://schemas.microsoft.com/office/drawing/2014/main" id="{654FFCD8-2287-4269-9D2E-53BA19ABD4FE}"/>
              </a:ext>
            </a:extLst>
          </p:cNvPr>
          <p:cNvSpPr txBox="1">
            <a:spLocks/>
          </p:cNvSpPr>
          <p:nvPr/>
        </p:nvSpPr>
        <p:spPr>
          <a:xfrm>
            <a:off x="1222594" y="3533975"/>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en-US" sz="2099"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Titillium WebRegular"/>
              </a:rPr>
              <a:t>B</a:t>
            </a: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p:txBody>
      </p:sp>
      <p:sp>
        <p:nvSpPr>
          <p:cNvPr id="9" name="TextBox 8">
            <a:extLst>
              <a:ext uri="{FF2B5EF4-FFF2-40B4-BE49-F238E27FC236}">
                <a16:creationId xmlns:a16="http://schemas.microsoft.com/office/drawing/2014/main" id="{C411D5B5-6AA1-4DEF-956A-87AF4A8BFDFF}"/>
              </a:ext>
            </a:extLst>
          </p:cNvPr>
          <p:cNvSpPr txBox="1"/>
          <p:nvPr/>
        </p:nvSpPr>
        <p:spPr>
          <a:xfrm>
            <a:off x="563165" y="5936996"/>
            <a:ext cx="10412618" cy="646331"/>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lvl="0">
              <a:defRPr/>
            </a:pPr>
            <a:r>
              <a:rPr lang="en-US" dirty="0">
                <a:solidFill>
                  <a:prstClr val="black"/>
                </a:solidFill>
              </a:rPr>
              <a:t>If Option A: The student overspends the budget and can’t get a printer.</a:t>
            </a:r>
          </a:p>
          <a:p>
            <a:pPr lvl="0">
              <a:defRPr/>
            </a:pPr>
            <a:r>
              <a:rPr lang="en-US" dirty="0">
                <a:solidFill>
                  <a:prstClr val="black"/>
                </a:solidFill>
              </a:rPr>
              <a:t>If Option B: The student gets a great computer and can also buy a printer.</a:t>
            </a:r>
          </a:p>
        </p:txBody>
      </p:sp>
      <p:sp>
        <p:nvSpPr>
          <p:cNvPr id="10" name="TextBox 9">
            <a:extLst>
              <a:ext uri="{FF2B5EF4-FFF2-40B4-BE49-F238E27FC236}">
                <a16:creationId xmlns:a16="http://schemas.microsoft.com/office/drawing/2014/main" id="{81226325-94C5-49DD-9030-CF37A3E7EF22}"/>
              </a:ext>
            </a:extLst>
          </p:cNvPr>
          <p:cNvSpPr txBox="1"/>
          <p:nvPr/>
        </p:nvSpPr>
        <p:spPr>
          <a:xfrm>
            <a:off x="563165" y="4778268"/>
            <a:ext cx="10412618" cy="92333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rPr>
              <a:t>Explanation: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C00000"/>
                </a:solidFill>
                <a:latin typeface="Calibri" panose="020F0502020204030204"/>
              </a:rPr>
              <a:t>The faster performing hardware won’t fit in the budget.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endParaRPr>
          </a:p>
        </p:txBody>
      </p:sp>
      <p:sp>
        <p:nvSpPr>
          <p:cNvPr id="11" name="TextBox 10">
            <a:extLst>
              <a:ext uri="{FF2B5EF4-FFF2-40B4-BE49-F238E27FC236}">
                <a16:creationId xmlns:a16="http://schemas.microsoft.com/office/drawing/2014/main" id="{D6E405F9-8120-4C7D-9084-306EABFE0335}"/>
              </a:ext>
            </a:extLst>
          </p:cNvPr>
          <p:cNvSpPr txBox="1"/>
          <p:nvPr/>
        </p:nvSpPr>
        <p:spPr>
          <a:xfrm>
            <a:off x="563163" y="879727"/>
            <a:ext cx="10412617"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chose to buy a refurbished Mac.</a:t>
            </a:r>
          </a:p>
        </p:txBody>
      </p:sp>
      <p:sp>
        <p:nvSpPr>
          <p:cNvPr id="4" name="TextBox 3">
            <a:extLst>
              <a:ext uri="{FF2B5EF4-FFF2-40B4-BE49-F238E27FC236}">
                <a16:creationId xmlns:a16="http://schemas.microsoft.com/office/drawing/2014/main" id="{ACEF18CA-9C3C-4112-A8B8-D0D0DECC2DA0}"/>
              </a:ext>
            </a:extLst>
          </p:cNvPr>
          <p:cNvSpPr txBox="1"/>
          <p:nvPr/>
        </p:nvSpPr>
        <p:spPr>
          <a:xfrm>
            <a:off x="563162" y="1348924"/>
            <a:ext cx="10412617" cy="1477328"/>
          </a:xfrm>
          <a:prstGeom prst="rect">
            <a:avLst/>
          </a:prstGeom>
          <a:noFill/>
        </p:spPr>
        <p:txBody>
          <a:bodyPr wrap="square" rtlCol="0">
            <a:spAutoFit/>
          </a:bodyPr>
          <a:lstStyle/>
          <a:p>
            <a:r>
              <a:rPr lang="en-US" dirty="0">
                <a:solidFill>
                  <a:srgbClr val="44546A"/>
                </a:solidFill>
                <a:cs typeface="Calibri"/>
              </a:rPr>
              <a:t>Now that you’ve decided to buy a refurbished Mac, you need to make some decisions about the Random Access Memory (RAM) and processing speed. Colin explains that RAM is measured in Gigabytes or GB. Each GB is approximately 1 billion bytes of data. Larger GB of RAM indicates faster performance. What should you choose?</a:t>
            </a:r>
          </a:p>
          <a:p>
            <a:endParaRPr lang="en-US" dirty="0"/>
          </a:p>
        </p:txBody>
      </p:sp>
    </p:spTree>
    <p:custDataLst>
      <p:tags r:id="rId1"/>
    </p:custDataLst>
    <p:extLst>
      <p:ext uri="{BB962C8B-B14F-4D97-AF65-F5344CB8AC3E}">
        <p14:creationId xmlns:p14="http://schemas.microsoft.com/office/powerpoint/2010/main" val="37754120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79114" y="-164660"/>
            <a:ext cx="10412618" cy="2417403"/>
          </a:xfrm>
        </p:spPr>
        <p:txBody>
          <a:bodyPr>
            <a:normAutofit/>
          </a:bodyPr>
          <a:lstStyle/>
          <a:p>
            <a:pPr>
              <a:lnSpc>
                <a:spcPct val="70000"/>
              </a:lnSpc>
            </a:pPr>
            <a:r>
              <a:rPr lang="en-US" sz="3300" dirty="0">
                <a:solidFill>
                  <a:schemeClr val="tx1"/>
                </a:solidFill>
              </a:rPr>
              <a:t>Outcome 0:</a:t>
            </a:r>
            <a:br>
              <a:rPr lang="en-US" sz="3300" dirty="0">
                <a:solidFill>
                  <a:schemeClr val="tx1"/>
                </a:solidFill>
              </a:rPr>
            </a:br>
            <a:br>
              <a:rPr lang="en-US" sz="2800" b="1" dirty="0">
                <a:solidFill>
                  <a:schemeClr val="tx1"/>
                </a:solidFill>
                <a:ea typeface="+mj-ea"/>
                <a:cs typeface="+mj-cs"/>
              </a:rPr>
            </a:br>
            <a:br>
              <a:rPr lang="en-US" sz="3300" dirty="0">
                <a:solidFill>
                  <a:schemeClr val="tx1"/>
                </a:solidFill>
              </a:rPr>
            </a:br>
            <a:r>
              <a:rPr lang="en-US" sz="2800" b="1" dirty="0">
                <a:solidFill>
                  <a:schemeClr val="tx1"/>
                </a:solidFill>
                <a:ea typeface="+mj-ea"/>
                <a:cs typeface="+mj-cs"/>
              </a:rPr>
              <a:t>You chose a device that doesn’t meet your needs for school. You should have done more research!</a:t>
            </a:r>
          </a:p>
        </p:txBody>
      </p:sp>
      <p:sp>
        <p:nvSpPr>
          <p:cNvPr id="7" name="Rectangle 6">
            <a:hlinkClick r:id="rId4" action="ppaction://hlinksldjump"/>
            <a:extLst>
              <a:ext uri="{FF2B5EF4-FFF2-40B4-BE49-F238E27FC236}">
                <a16:creationId xmlns:a16="http://schemas.microsoft.com/office/drawing/2014/main" id="{DB7B7220-2BDF-4D50-842F-EB92BDBE669F}"/>
              </a:ext>
            </a:extLst>
          </p:cNvPr>
          <p:cNvSpPr/>
          <p:nvPr/>
        </p:nvSpPr>
        <p:spPr>
          <a:xfrm>
            <a:off x="679114" y="4797192"/>
            <a:ext cx="3254387" cy="506071"/>
          </a:xfrm>
          <a:prstGeom prst="rect">
            <a:avLst/>
          </a:prstGeom>
          <a:solidFill>
            <a:schemeClr val="accent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lIns="121891" tIns="60945" rIns="121891" bIns="60945" rtlCol="0" anchor="ctr">
            <a:noAutofit/>
          </a:bodyPr>
          <a:lstStyle/>
          <a:p>
            <a:r>
              <a:rPr lang="en-US" sz="2050" dirty="0">
                <a:solidFill>
                  <a:schemeClr val="bg1"/>
                </a:solidFill>
                <a:latin typeface="+mj-lt"/>
                <a:cs typeface="Titillium WebRegular"/>
                <a:hlinkClick r:id="rId4" action="ppaction://hlinksldjump"/>
              </a:rPr>
              <a:t>Start</a:t>
            </a:r>
            <a:r>
              <a:rPr lang="en-US" sz="2050" dirty="0">
                <a:solidFill>
                  <a:schemeClr val="bg1"/>
                </a:solidFill>
                <a:latin typeface="+mj-lt"/>
                <a:cs typeface="Calibri Light"/>
                <a:hlinkClick r:id="rId4" action="ppaction://hlinksldjump"/>
              </a:rPr>
              <a:t> Again</a:t>
            </a:r>
            <a:endParaRPr lang="en-US" sz="2099" dirty="0">
              <a:solidFill>
                <a:schemeClr val="bg1"/>
              </a:solidFill>
              <a:latin typeface="+mj-lt"/>
              <a:cs typeface="Titillium WebRegular"/>
            </a:endParaRPr>
          </a:p>
        </p:txBody>
      </p:sp>
      <p:sp>
        <p:nvSpPr>
          <p:cNvPr id="13" name="Text Placeholder 1">
            <a:extLst>
              <a:ext uri="{FF2B5EF4-FFF2-40B4-BE49-F238E27FC236}">
                <a16:creationId xmlns:a16="http://schemas.microsoft.com/office/drawing/2014/main" id="{8EB07043-F80B-4BFC-BD4D-5EBA7415FDF9}"/>
              </a:ext>
            </a:extLst>
          </p:cNvPr>
          <p:cNvSpPr txBox="1">
            <a:spLocks/>
          </p:cNvSpPr>
          <p:nvPr/>
        </p:nvSpPr>
        <p:spPr>
          <a:xfrm>
            <a:off x="679114" y="3913606"/>
            <a:ext cx="10153254" cy="1136622"/>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1"/>
                </a:solidFill>
                <a:ea typeface="Calibri"/>
              </a:rPr>
              <a:t>Start again to explore other possible outcomes!</a:t>
            </a:r>
            <a:endParaRPr lang="en-US" sz="2099" dirty="0">
              <a:solidFill>
                <a:schemeClr val="tx1"/>
              </a:solidFill>
              <a:ea typeface="Calibri"/>
            </a:endParaRPr>
          </a:p>
        </p:txBody>
      </p:sp>
    </p:spTree>
    <p:custDataLst>
      <p:tags r:id="rId1"/>
    </p:custDataLst>
    <p:extLst>
      <p:ext uri="{BB962C8B-B14F-4D97-AF65-F5344CB8AC3E}">
        <p14:creationId xmlns:p14="http://schemas.microsoft.com/office/powerpoint/2010/main" val="17290030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accent4">
            <a:lumMod val="40000"/>
            <a:lumOff val="6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994035" y="339436"/>
            <a:ext cx="10412618" cy="2952404"/>
          </a:xfrm>
        </p:spPr>
        <p:txBody>
          <a:bodyPr>
            <a:normAutofit fontScale="90000"/>
          </a:bodyPr>
          <a:lstStyle/>
          <a:p>
            <a:r>
              <a:rPr lang="en-US" sz="3700" dirty="0">
                <a:solidFill>
                  <a:schemeClr val="tx1"/>
                </a:solidFill>
              </a:rPr>
              <a:t>Outcome 1:</a:t>
            </a:r>
            <a:br>
              <a:rPr lang="en-US" sz="3700" dirty="0">
                <a:solidFill>
                  <a:schemeClr val="tx1"/>
                </a:solidFill>
              </a:rPr>
            </a:br>
            <a:br>
              <a:rPr lang="en-US" sz="2800" dirty="0">
                <a:solidFill>
                  <a:schemeClr val="tx1"/>
                </a:solidFill>
              </a:rPr>
            </a:br>
            <a:r>
              <a:rPr lang="en-US" sz="3100" b="1" dirty="0">
                <a:solidFill>
                  <a:schemeClr val="tx1"/>
                </a:solidFill>
                <a:ea typeface="+mj-ea"/>
                <a:cs typeface="+mj-cs"/>
              </a:rPr>
              <a:t>You have selected a great computer that meets your needs for school. You opted to get a high end laptop, which cost more than your $750 scholarship. This meant you had to pay out of pocket for the extra features and high performance. Now that you’ve begun the semester, you find than many of your classmates have lower-priced models that work just fine for schoolwork. Because your laptop was overbudget, you weren’t able to get a printer. </a:t>
            </a:r>
          </a:p>
        </p:txBody>
      </p:sp>
      <p:sp>
        <p:nvSpPr>
          <p:cNvPr id="8" name="Rectangle 7">
            <a:hlinkClick r:id="rId4" action="ppaction://hlinksldjump"/>
            <a:extLst>
              <a:ext uri="{FF2B5EF4-FFF2-40B4-BE49-F238E27FC236}">
                <a16:creationId xmlns:a16="http://schemas.microsoft.com/office/drawing/2014/main" id="{F3BAB790-78C5-478A-9D1A-34894A43BE14}"/>
              </a:ext>
            </a:extLst>
          </p:cNvPr>
          <p:cNvSpPr/>
          <p:nvPr/>
        </p:nvSpPr>
        <p:spPr>
          <a:xfrm>
            <a:off x="994035" y="4714220"/>
            <a:ext cx="3254387" cy="506071"/>
          </a:xfrm>
          <a:prstGeom prst="rect">
            <a:avLst/>
          </a:prstGeom>
          <a:solidFill>
            <a:schemeClr val="accent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lIns="121891" tIns="60945" rIns="121891" bIns="60945" rtlCol="0" anchor="ctr">
            <a:noAutofit/>
          </a:bodyPr>
          <a:lstStyle/>
          <a:p>
            <a:r>
              <a:rPr lang="en-US" sz="2050" dirty="0">
                <a:solidFill>
                  <a:schemeClr val="bg1"/>
                </a:solidFill>
                <a:latin typeface="+mj-lt"/>
                <a:cs typeface="Titillium WebRegular"/>
                <a:hlinkClick r:id="rId4" action="ppaction://hlinksldjump"/>
              </a:rPr>
              <a:t>Start</a:t>
            </a:r>
            <a:r>
              <a:rPr lang="en-US" sz="2050" dirty="0">
                <a:solidFill>
                  <a:schemeClr val="bg1"/>
                </a:solidFill>
                <a:latin typeface="+mj-lt"/>
                <a:cs typeface="Calibri Light"/>
                <a:hlinkClick r:id="rId4" action="ppaction://hlinksldjump"/>
              </a:rPr>
              <a:t> Again</a:t>
            </a:r>
            <a:endParaRPr lang="en-US" sz="2099" dirty="0">
              <a:solidFill>
                <a:schemeClr val="bg1"/>
              </a:solidFill>
              <a:latin typeface="+mj-lt"/>
              <a:cs typeface="Titillium WebRegular"/>
            </a:endParaRPr>
          </a:p>
        </p:txBody>
      </p:sp>
      <p:sp>
        <p:nvSpPr>
          <p:cNvPr id="10" name="Text Placeholder 1">
            <a:extLst>
              <a:ext uri="{FF2B5EF4-FFF2-40B4-BE49-F238E27FC236}">
                <a16:creationId xmlns:a16="http://schemas.microsoft.com/office/drawing/2014/main" id="{7090765C-E14E-4DB6-9CE9-DA2F1041AEE2}"/>
              </a:ext>
            </a:extLst>
          </p:cNvPr>
          <p:cNvSpPr txBox="1">
            <a:spLocks/>
          </p:cNvSpPr>
          <p:nvPr/>
        </p:nvSpPr>
        <p:spPr>
          <a:xfrm>
            <a:off x="994035" y="3908876"/>
            <a:ext cx="9834016" cy="1136622"/>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1"/>
                </a:solidFill>
                <a:ea typeface="Calibri"/>
              </a:rPr>
              <a:t>Start again to explore other possible outcomes!</a:t>
            </a:r>
            <a:endParaRPr lang="en-US" sz="2099" dirty="0">
              <a:solidFill>
                <a:schemeClr val="tx1"/>
              </a:solidFill>
              <a:ea typeface="Calibri"/>
            </a:endParaRPr>
          </a:p>
        </p:txBody>
      </p:sp>
    </p:spTree>
    <p:custDataLst>
      <p:tags r:id="rId1"/>
    </p:custDataLst>
    <p:extLst>
      <p:ext uri="{BB962C8B-B14F-4D97-AF65-F5344CB8AC3E}">
        <p14:creationId xmlns:p14="http://schemas.microsoft.com/office/powerpoint/2010/main" val="5136196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996696" y="174851"/>
            <a:ext cx="10412618" cy="2952404"/>
          </a:xfrm>
        </p:spPr>
        <p:txBody>
          <a:bodyPr>
            <a:normAutofit fontScale="90000"/>
          </a:bodyPr>
          <a:lstStyle/>
          <a:p>
            <a:r>
              <a:rPr lang="en-US" sz="3700" dirty="0">
                <a:solidFill>
                  <a:schemeClr val="tx1"/>
                </a:solidFill>
              </a:rPr>
              <a:t>Outcome 2:</a:t>
            </a:r>
            <a:br>
              <a:rPr lang="en-US" sz="3700" dirty="0">
                <a:solidFill>
                  <a:schemeClr val="tx1"/>
                </a:solidFill>
              </a:rPr>
            </a:br>
            <a:br>
              <a:rPr lang="en-US" sz="3600" dirty="0">
                <a:solidFill>
                  <a:schemeClr val="tx1"/>
                </a:solidFill>
              </a:rPr>
            </a:br>
            <a:r>
              <a:rPr lang="en-US" sz="3100" b="1" dirty="0">
                <a:solidFill>
                  <a:schemeClr val="tx1"/>
                </a:solidFill>
                <a:ea typeface="+mj-ea"/>
                <a:cs typeface="+mj-cs"/>
              </a:rPr>
              <a:t>Success! You have selected a great computer and had enough money to spare to also get a printer. Now you are able to do all of your schoolwork from home. Your laptop is light enough that it is easy to take back and forth to class everyday. You did your research and have a great technology setup. This is a great start to your academic career!</a:t>
            </a:r>
          </a:p>
        </p:txBody>
      </p:sp>
      <p:sp>
        <p:nvSpPr>
          <p:cNvPr id="7" name="Rectangle 6">
            <a:hlinkClick r:id="rId4" action="ppaction://hlinksldjump"/>
            <a:extLst>
              <a:ext uri="{FF2B5EF4-FFF2-40B4-BE49-F238E27FC236}">
                <a16:creationId xmlns:a16="http://schemas.microsoft.com/office/drawing/2014/main" id="{D6E8AC0E-75A5-4C24-9EF4-01636D42EC0E}"/>
              </a:ext>
            </a:extLst>
          </p:cNvPr>
          <p:cNvSpPr/>
          <p:nvPr/>
        </p:nvSpPr>
        <p:spPr>
          <a:xfrm>
            <a:off x="998352" y="4714220"/>
            <a:ext cx="3254387" cy="506071"/>
          </a:xfrm>
          <a:prstGeom prst="rect">
            <a:avLst/>
          </a:prstGeom>
          <a:solidFill>
            <a:schemeClr val="accent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lIns="121891" tIns="60945" rIns="121891" bIns="60945" rtlCol="0" anchor="ctr">
            <a:noAutofit/>
          </a:bodyPr>
          <a:lstStyle/>
          <a:p>
            <a:r>
              <a:rPr lang="en-US" sz="2050" dirty="0">
                <a:solidFill>
                  <a:schemeClr val="bg1"/>
                </a:solidFill>
                <a:latin typeface="+mj-lt"/>
                <a:cs typeface="Titillium WebRegular"/>
                <a:hlinkClick r:id="rId4" action="ppaction://hlinksldjump"/>
              </a:rPr>
              <a:t>Start</a:t>
            </a:r>
            <a:r>
              <a:rPr lang="en-US" sz="2050" dirty="0">
                <a:solidFill>
                  <a:schemeClr val="bg1"/>
                </a:solidFill>
                <a:latin typeface="+mj-lt"/>
                <a:cs typeface="Calibri Light"/>
                <a:hlinkClick r:id="rId4" action="ppaction://hlinksldjump"/>
              </a:rPr>
              <a:t> Again</a:t>
            </a:r>
            <a:endParaRPr lang="en-US" sz="2099" dirty="0">
              <a:solidFill>
                <a:schemeClr val="bg1"/>
              </a:solidFill>
              <a:latin typeface="+mj-lt"/>
              <a:cs typeface="Titillium WebRegular"/>
            </a:endParaRPr>
          </a:p>
        </p:txBody>
      </p:sp>
      <p:sp>
        <p:nvSpPr>
          <p:cNvPr id="8" name="Text Placeholder 1">
            <a:extLst>
              <a:ext uri="{FF2B5EF4-FFF2-40B4-BE49-F238E27FC236}">
                <a16:creationId xmlns:a16="http://schemas.microsoft.com/office/drawing/2014/main" id="{8269E471-D3EA-432D-871F-430226B0FD5A}"/>
              </a:ext>
            </a:extLst>
          </p:cNvPr>
          <p:cNvSpPr txBox="1">
            <a:spLocks/>
          </p:cNvSpPr>
          <p:nvPr/>
        </p:nvSpPr>
        <p:spPr>
          <a:xfrm>
            <a:off x="996696" y="3730746"/>
            <a:ext cx="9834016" cy="1136622"/>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1"/>
                </a:solidFill>
                <a:ea typeface="Calibri"/>
              </a:rPr>
              <a:t>Start again to explore other possible outcomes!</a:t>
            </a:r>
            <a:endParaRPr lang="en-US" sz="2099" dirty="0">
              <a:solidFill>
                <a:schemeClr val="tx1"/>
              </a:solidFill>
              <a:ea typeface="Calibri"/>
            </a:endParaRPr>
          </a:p>
        </p:txBody>
      </p:sp>
    </p:spTree>
    <p:custDataLst>
      <p:tags r:id="rId1"/>
    </p:custDataLst>
    <p:extLst>
      <p:ext uri="{BB962C8B-B14F-4D97-AF65-F5344CB8AC3E}">
        <p14:creationId xmlns:p14="http://schemas.microsoft.com/office/powerpoint/2010/main" val="400194165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70"/>
  <p:tag name="ARTICULATE_USED_LAYOUT" val="8"/>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70"/>
  <p:tag name="ARTICULATE_USED_LAYOUT" val="8"/>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70"/>
  <p:tag name="ARTICULATE_USED_LAYOUT" val="8"/>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70"/>
  <p:tag name="ARTICULATE_USED_LAYOUT" val="8"/>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70"/>
  <p:tag name="ARTICULATE_USED_LAYOUT" val="8"/>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70"/>
  <p:tag name="ARTICULATE_USED_LAYOUT" val="8"/>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70"/>
  <p:tag name="ARTICULATE_USED_LAYOUT" val="8"/>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70"/>
  <p:tag name="ARTICULATE_USED_LAYOUT" val="8"/>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70"/>
  <p:tag name="ARTICULATE_USED_LAYOUT" val="8"/>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70"/>
  <p:tag name="ARTICULATE_USED_LAYOUT" val="8"/>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70"/>
  <p:tag name="ARTICULATE_USED_LAYOUT" val="8"/>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70"/>
  <p:tag name="ARTICULATE_USED_LAYOUT" val="8"/>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70"/>
  <p:tag name="ARTICULATE_USED_LAYOUT" val="8"/>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70"/>
  <p:tag name="ARTICULATE_USED_LAYOUT" val="8"/>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70"/>
  <p:tag name="ARTICULATE_USED_LAYOUT" val="8"/>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70"/>
  <p:tag name="ARTICULATE_USED_LAYOUT" val="8"/>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86"/>
  <p:tag name="ARTICULATE_USED_LAYOUT" val="3"/>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86"/>
  <p:tag name="ARTICULATE_USED_LAYOUT" val="3"/>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86"/>
  <p:tag name="ARTICULATE_USED_LAYOUT" val="3"/>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item1.xml><?xml version="1.0" encoding="utf-8"?>
<Control xmlns="http://schemas.microsoft.com/VisualStudio/2011/storyboarding/control">
  <Id Name="1fd42469-89aa-4a08-b532-3332bc5f5ec1" Revision="1" Stencil="System.MyShapes" StencilVersion="1.0"/>
</Control>
</file>

<file path=customXml/item2.xml><?xml version="1.0" encoding="utf-8"?>
<Control xmlns="http://schemas.microsoft.com/VisualStudio/2011/storyboarding/control">
  <Id Name="1fd42469-89aa-4a08-b532-3332bc5f5ec1" Revision="1" Stencil="System.MyShapes" StencilVersion="1.0"/>
</Control>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Control xmlns="http://schemas.microsoft.com/VisualStudio/2011/storyboarding/control">
  <Id Name="1fd42469-89aa-4a08-b532-3332bc5f5ec1" Revision="1" Stencil="System.MyShapes" StencilVersion="1.0"/>
</Control>
</file>

<file path=customXml/item5.xml><?xml version="1.0" encoding="utf-8"?>
<p:properties xmlns:p="http://schemas.microsoft.com/office/2006/metadata/properties" xmlns:xsi="http://www.w3.org/2001/XMLSchema-instance" xmlns:pc="http://schemas.microsoft.com/office/infopath/2007/PartnerControls">
  <documentManagement>
    <Notes0 xmlns="eeab3f26-09e2-49ed-a80d-9bb89f29cea5" xsi:nil="true"/>
    <BriefNote xmlns="eeab3f26-09e2-49ed-a80d-9bb89f29cea5" xsi:nil="true"/>
  </documentManagement>
</p:properties>
</file>

<file path=customXml/item6.xml><?xml version="1.0" encoding="utf-8"?>
<Control xmlns="http://schemas.microsoft.com/VisualStudio/2011/storyboarding/control">
  <Id Name="1fd42469-89aa-4a08-b532-3332bc5f5ec1" Revision="1" Stencil="System.MyShapes" StencilVersion="1.0"/>
</Control>
</file>

<file path=customXml/item7.xml><?xml version="1.0" encoding="utf-8"?>
<ct:contentTypeSchema xmlns:ct="http://schemas.microsoft.com/office/2006/metadata/contentType" xmlns:ma="http://schemas.microsoft.com/office/2006/metadata/properties/metaAttributes" ct:_="" ma:_="" ma:contentTypeName="Document" ma:contentTypeID="0x010100CC237A0CA6CD2A4D8CE02E9AA9870115" ma:contentTypeVersion="16" ma:contentTypeDescription="Create a new document." ma:contentTypeScope="" ma:versionID="2f071753289c9025b0e96c4a2a564c4f">
  <xsd:schema xmlns:xsd="http://www.w3.org/2001/XMLSchema" xmlns:xs="http://www.w3.org/2001/XMLSchema" xmlns:p="http://schemas.microsoft.com/office/2006/metadata/properties" xmlns:ns2="eeab3f26-09e2-49ed-a80d-9bb89f29cea5" xmlns:ns3="e4ea4eff-fefb-4c40-84b2-735fb9db1c89" targetNamespace="http://schemas.microsoft.com/office/2006/metadata/properties" ma:root="true" ma:fieldsID="de830c40366edfee498ef0fd810dc110" ns2:_="" ns3:_="">
    <xsd:import namespace="eeab3f26-09e2-49ed-a80d-9bb89f29cea5"/>
    <xsd:import namespace="e4ea4eff-fefb-4c40-84b2-735fb9db1c89"/>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OCR" minOccurs="0"/>
                <xsd:element ref="ns2:MediaServiceLocation" minOccurs="0"/>
                <xsd:element ref="ns3:SharedWithUsers" minOccurs="0"/>
                <xsd:element ref="ns3:SharedWithDetails" minOccurs="0"/>
                <xsd:element ref="ns2:Notes0" minOccurs="0"/>
                <xsd:element ref="ns2:MediaServiceEventHashCode" minOccurs="0"/>
                <xsd:element ref="ns2:MediaServiceGenerationTime" minOccurs="0"/>
                <xsd:element ref="ns2:MediaServiceAutoKeyPoints" minOccurs="0"/>
                <xsd:element ref="ns2:MediaServiceKeyPoints" minOccurs="0"/>
                <xsd:element ref="ns2:MediaLengthInSeconds" minOccurs="0"/>
                <xsd:element ref="ns2:BriefNot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eab3f26-09e2-49ed-a80d-9bb89f29ce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MediaServiceAutoTags" ma:internalName="MediaServiceAutoTags"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Location" ma:index="13" nillable="true" ma:displayName="MediaServiceLocation" ma:internalName="MediaServiceLocation" ma:readOnly="true">
      <xsd:simpleType>
        <xsd:restriction base="dms:Text"/>
      </xsd:simpleType>
    </xsd:element>
    <xsd:element name="Notes0" ma:index="16" nillable="true" ma:displayName="Notes" ma:internalName="Notes0">
      <xsd:simpleType>
        <xsd:restriction base="dms:Note">
          <xsd:maxLength value="255"/>
        </xsd:restriction>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LengthInSeconds" ma:index="21" nillable="true" ma:displayName="Length (seconds)" ma:internalName="MediaLengthInSeconds" ma:readOnly="true">
      <xsd:simpleType>
        <xsd:restriction base="dms:Unknown"/>
      </xsd:simpleType>
    </xsd:element>
    <xsd:element name="BriefNote" ma:index="22" nillable="true" ma:displayName="Brief Note" ma:format="Dropdown" ma:internalName="BriefNote">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e4ea4eff-fefb-4c40-84b2-735fb9db1c89"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F546FF6-DD59-47E7-8627-1821B46FD2F1}">
  <ds:schemaRefs>
    <ds:schemaRef ds:uri="http://schemas.microsoft.com/VisualStudio/2011/storyboarding/control"/>
  </ds:schemaRefs>
</ds:datastoreItem>
</file>

<file path=customXml/itemProps2.xml><?xml version="1.0" encoding="utf-8"?>
<ds:datastoreItem xmlns:ds="http://schemas.openxmlformats.org/officeDocument/2006/customXml" ds:itemID="{7E2F1FF7-959C-4D39-AE88-AFF96BC0319B}">
  <ds:schemaRefs>
    <ds:schemaRef ds:uri="http://schemas.microsoft.com/VisualStudio/2011/storyboarding/control"/>
  </ds:schemaRefs>
</ds:datastoreItem>
</file>

<file path=customXml/itemProps3.xml><?xml version="1.0" encoding="utf-8"?>
<ds:datastoreItem xmlns:ds="http://schemas.openxmlformats.org/officeDocument/2006/customXml" ds:itemID="{AD92EAD0-DA55-4F7D-BD93-5513A29DFF63}">
  <ds:schemaRefs>
    <ds:schemaRef ds:uri="http://schemas.microsoft.com/sharepoint/v3/contenttype/forms"/>
  </ds:schemaRefs>
</ds:datastoreItem>
</file>

<file path=customXml/itemProps4.xml><?xml version="1.0" encoding="utf-8"?>
<ds:datastoreItem xmlns:ds="http://schemas.openxmlformats.org/officeDocument/2006/customXml" ds:itemID="{5A4E7273-60D7-496D-8DEB-906E85E1A682}">
  <ds:schemaRefs>
    <ds:schemaRef ds:uri="http://schemas.microsoft.com/VisualStudio/2011/storyboarding/control"/>
  </ds:schemaRefs>
</ds:datastoreItem>
</file>

<file path=customXml/itemProps5.xml><?xml version="1.0" encoding="utf-8"?>
<ds:datastoreItem xmlns:ds="http://schemas.openxmlformats.org/officeDocument/2006/customXml" ds:itemID="{60B98538-67CA-489B-8ACE-F0682A9A9526}">
  <ds:schemaRefs>
    <ds:schemaRef ds:uri="http://schemas.microsoft.com/office/2006/metadata/properties"/>
    <ds:schemaRef ds:uri="http://schemas.microsoft.com/office/infopath/2007/PartnerControls"/>
    <ds:schemaRef ds:uri="eeab3f26-09e2-49ed-a80d-9bb89f29cea5"/>
  </ds:schemaRefs>
</ds:datastoreItem>
</file>

<file path=customXml/itemProps6.xml><?xml version="1.0" encoding="utf-8"?>
<ds:datastoreItem xmlns:ds="http://schemas.openxmlformats.org/officeDocument/2006/customXml" ds:itemID="{3C5AA1C0-2736-4C35-9D36-1790D98FE524}">
  <ds:schemaRefs>
    <ds:schemaRef ds:uri="http://schemas.microsoft.com/VisualStudio/2011/storyboarding/control"/>
  </ds:schemaRefs>
</ds:datastoreItem>
</file>

<file path=customXml/itemProps7.xml><?xml version="1.0" encoding="utf-8"?>
<ds:datastoreItem xmlns:ds="http://schemas.openxmlformats.org/officeDocument/2006/customXml" ds:itemID="{5DF92093-4A45-4821-8676-177A4E2ECB76}"/>
</file>

<file path=docProps/app.xml><?xml version="1.0" encoding="utf-8"?>
<Properties xmlns="http://schemas.openxmlformats.org/officeDocument/2006/extended-properties" xmlns:vt="http://schemas.openxmlformats.org/officeDocument/2006/docPropsVTypes">
  <Template/>
  <TotalTime>3130</TotalTime>
  <Words>3560</Words>
  <Application>Microsoft Office PowerPoint</Application>
  <PresentationFormat>Widescreen</PresentationFormat>
  <Paragraphs>329</Paragraphs>
  <Slides>24</Slides>
  <Notes>22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Calibri</vt:lpstr>
      <vt:lpstr>Calibri Light</vt:lpstr>
      <vt:lpstr>Wingdings</vt:lpstr>
      <vt:lpstr>Office Theme</vt:lpstr>
      <vt:lpstr>Module 3: Computer Hardware</vt:lpstr>
      <vt:lpstr>PowerPoint Presentation</vt:lpstr>
      <vt:lpstr>Introduction</vt:lpstr>
      <vt:lpstr>Level1_Decision1</vt:lpstr>
      <vt:lpstr>Level 2, Decision 1 </vt:lpstr>
      <vt:lpstr>Level2_Story1</vt:lpstr>
      <vt:lpstr>Level 2_Story2 </vt:lpstr>
      <vt:lpstr>Level 2_Decision 2 </vt:lpstr>
      <vt:lpstr>Level2_Story3 </vt:lpstr>
      <vt:lpstr>Level3_Decision1</vt:lpstr>
      <vt:lpstr>Level4_Decision1</vt:lpstr>
      <vt:lpstr>Level4_Story1 </vt:lpstr>
      <vt:lpstr>Level4_Decision2</vt:lpstr>
      <vt:lpstr>Level5_Decision1</vt:lpstr>
      <vt:lpstr>Level5_Decision2</vt:lpstr>
      <vt:lpstr>Level5_Story1 </vt:lpstr>
      <vt:lpstr>Level6_Decision1 </vt:lpstr>
      <vt:lpstr>Level6_Decision2 </vt:lpstr>
      <vt:lpstr>Level7_Decision1</vt:lpstr>
      <vt:lpstr>Level7_Decision2</vt:lpstr>
      <vt:lpstr>Level7_Decision3 </vt:lpstr>
      <vt:lpstr>Outcome 0:   You chose a device that doesn’t meet your needs for school. You should have done more research!</vt:lpstr>
      <vt:lpstr>Outcome 1:  You have selected a great computer that meets your needs for school. You opted to get a high end laptop, which cost more than your $750 scholarship. This meant you had to pay out of pocket for the extra features and high performance. Now that you’ve begun the semester, you find than many of your classmates have lower-priced models that work just fine for schoolwork. Because your laptop was overbudget, you weren’t able to get a printer. </vt:lpstr>
      <vt:lpstr>Outcome 2:  Success! You have selected a great computer and had enough money to spare to also get a printer. Now you are able to do all of your schoolwork from home. Your laptop is light enough that it is easy to take back and forth to class everyday. You did your research and have a great technology setup. This is a great start to your academic career!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3 Scenario: Tech-Savvy Shopping for a Computer</dc:title>
  <dc:creator>Your Name</dc:creator>
  <cp:lastModifiedBy>Jill West</cp:lastModifiedBy>
  <cp:revision>265</cp:revision>
  <dcterms:created xsi:type="dcterms:W3CDTF">2018-12-26T17:38:58Z</dcterms:created>
  <dcterms:modified xsi:type="dcterms:W3CDTF">2020-02-17T15:26:01Z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0x010100CC237A0CA6CD2A4D8CE02E9AA9870115</vt:lpwstr>
  </property>
</Properties>
</file>