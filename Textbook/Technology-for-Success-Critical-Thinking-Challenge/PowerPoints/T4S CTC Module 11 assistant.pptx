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367" r:id="rId5"/>
    <p:sldId id="386" r:id="rId6"/>
    <p:sldId id="270" r:id="rId7"/>
    <p:sldId id="394" r:id="rId8"/>
    <p:sldId id="396" r:id="rId9"/>
    <p:sldId id="395" r:id="rId10"/>
    <p:sldId id="397" r:id="rId11"/>
    <p:sldId id="402" r:id="rId12"/>
    <p:sldId id="407" r:id="rId13"/>
    <p:sldId id="410" r:id="rId14"/>
    <p:sldId id="409" r:id="rId15"/>
    <p:sldId id="408" r:id="rId16"/>
    <p:sldId id="411" r:id="rId17"/>
    <p:sldId id="412" r:id="rId18"/>
    <p:sldId id="415" r:id="rId19"/>
    <p:sldId id="413" r:id="rId20"/>
    <p:sldId id="417" r:id="rId21"/>
    <p:sldId id="418" r:id="rId22"/>
    <p:sldId id="286" r:id="rId23"/>
    <p:sldId id="406" r:id="rId24"/>
    <p:sldId id="35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ope, Emily D" initials="PED" lastIdx="17" clrIdx="0">
    <p:extLst>
      <p:ext uri="{19B8F6BF-5375-455C-9EA6-DF929625EA0E}">
        <p15:presenceInfo xmlns:p15="http://schemas.microsoft.com/office/powerpoint/2012/main" userId="S-1-5-21-4027829005-1107895287-290554039-212238" providerId="AD"/>
      </p:ext>
    </p:extLst>
  </p:cmAuthor>
  <p:cmAuthor id="2" name="Jill West" initials="JW" lastIdx="12" clrIdx="1">
    <p:extLst>
      <p:ext uri="{19B8F6BF-5375-455C-9EA6-DF929625EA0E}">
        <p15:presenceInfo xmlns:p15="http://schemas.microsoft.com/office/powerpoint/2012/main" userId="Jill West" providerId="None"/>
      </p:ext>
    </p:extLst>
  </p:cmAuthor>
  <p:cmAuthor id="3" name="Jennifer Campbell" initials="JC" lastIdx="1" clrIdx="2">
    <p:extLst>
      <p:ext uri="{19B8F6BF-5375-455C-9EA6-DF929625EA0E}">
        <p15:presenceInfo xmlns:p15="http://schemas.microsoft.com/office/powerpoint/2012/main" userId="9252b8fd17e1143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8FBE93-93BC-4D99-8EE9-0DEEB59491BD}" v="57" dt="2020-02-17T05:22:45.255"/>
    <p1510:client id="{E85A4B94-210E-476A-AC6D-214DE9CDFF58}" v="28" dt="2020-02-17T20:46:38.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24" autoAdjust="0"/>
  </p:normalViewPr>
  <p:slideViewPr>
    <p:cSldViewPr snapToGrid="0">
      <p:cViewPr varScale="1">
        <p:scale>
          <a:sx n="82" d="100"/>
          <a:sy n="82" d="100"/>
        </p:scale>
        <p:origin x="643"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E85A4B94-210E-476A-AC6D-214DE9CDFF58}"/>
    <pc:docChg chg="custSel modSld">
      <pc:chgData name="MikeandJill West" userId="0caeac936585bbb7" providerId="LiveId" clId="{E85A4B94-210E-476A-AC6D-214DE9CDFF58}" dt="2020-02-17T21:04:00.153" v="2745" actId="20577"/>
      <pc:docMkLst>
        <pc:docMk/>
      </pc:docMkLst>
      <pc:sldChg chg="modSp">
        <pc:chgData name="MikeandJill West" userId="0caeac936585bbb7" providerId="LiveId" clId="{E85A4B94-210E-476A-AC6D-214DE9CDFF58}" dt="2020-02-17T20:59:28.484" v="2743" actId="12"/>
        <pc:sldMkLst>
          <pc:docMk/>
          <pc:sldMk cId="361845221" sldId="270"/>
        </pc:sldMkLst>
        <pc:spChg chg="mod">
          <ac:chgData name="MikeandJill West" userId="0caeac936585bbb7" providerId="LiveId" clId="{E85A4B94-210E-476A-AC6D-214DE9CDFF58}" dt="2020-02-17T20:59:28.484" v="2743" actId="12"/>
          <ac:spMkLst>
            <pc:docMk/>
            <pc:sldMk cId="361845221" sldId="270"/>
            <ac:spMk id="2" creationId="{8E61185D-0285-4C9D-8544-02C370D1F1FF}"/>
          </ac:spMkLst>
        </pc:spChg>
      </pc:sldChg>
      <pc:sldChg chg="modSp">
        <pc:chgData name="MikeandJill West" userId="0caeac936585bbb7" providerId="LiveId" clId="{E85A4B94-210E-476A-AC6D-214DE9CDFF58}" dt="2020-02-17T20:53:58.773" v="2742" actId="20577"/>
        <pc:sldMkLst>
          <pc:docMk/>
          <pc:sldMk cId="2374823837" sldId="386"/>
        </pc:sldMkLst>
        <pc:spChg chg="mod">
          <ac:chgData name="MikeandJill West" userId="0caeac936585bbb7" providerId="LiveId" clId="{E85A4B94-210E-476A-AC6D-214DE9CDFF58}" dt="2020-02-17T20:53:58.773" v="2742" actId="20577"/>
          <ac:spMkLst>
            <pc:docMk/>
            <pc:sldMk cId="2374823837" sldId="386"/>
            <ac:spMk id="99" creationId="{717FB03E-6EA4-436B-A5DF-8CA92FED9811}"/>
          </ac:spMkLst>
        </pc:spChg>
      </pc:sldChg>
      <pc:sldChg chg="addSp modSp">
        <pc:chgData name="MikeandJill West" userId="0caeac936585bbb7" providerId="LiveId" clId="{E85A4B94-210E-476A-AC6D-214DE9CDFF58}" dt="2020-02-17T20:15:22.364" v="915" actId="1036"/>
        <pc:sldMkLst>
          <pc:docMk/>
          <pc:sldMk cId="2236240971" sldId="394"/>
        </pc:sldMkLst>
        <pc:spChg chg="mod">
          <ac:chgData name="MikeandJill West" userId="0caeac936585bbb7" providerId="LiveId" clId="{E85A4B94-210E-476A-AC6D-214DE9CDFF58}" dt="2020-02-17T19:59:24.807" v="303" actId="108"/>
          <ac:spMkLst>
            <pc:docMk/>
            <pc:sldMk cId="2236240971" sldId="394"/>
            <ac:spMk id="2" creationId="{8E61185D-0285-4C9D-8544-02C370D1F1FF}"/>
          </ac:spMkLst>
        </pc:spChg>
        <pc:spChg chg="mod">
          <ac:chgData name="MikeandJill West" userId="0caeac936585bbb7" providerId="LiveId" clId="{E85A4B94-210E-476A-AC6D-214DE9CDFF58}" dt="2020-02-17T20:15:14.522" v="905" actId="20577"/>
          <ac:spMkLst>
            <pc:docMk/>
            <pc:sldMk cId="2236240971" sldId="394"/>
            <ac:spMk id="6" creationId="{8D959939-681A-4BBD-8AEC-38FC21D386C7}"/>
          </ac:spMkLst>
        </pc:spChg>
        <pc:spChg chg="mod">
          <ac:chgData name="MikeandJill West" userId="0caeac936585bbb7" providerId="LiveId" clId="{E85A4B94-210E-476A-AC6D-214DE9CDFF58}" dt="2020-02-17T20:15:22.364" v="915" actId="1036"/>
          <ac:spMkLst>
            <pc:docMk/>
            <pc:sldMk cId="2236240971" sldId="394"/>
            <ac:spMk id="7" creationId="{3F5251C9-536F-44E8-A3C0-0D19CF07F1CC}"/>
          </ac:spMkLst>
        </pc:spChg>
        <pc:spChg chg="mod">
          <ac:chgData name="MikeandJill West" userId="0caeac936585bbb7" providerId="LiveId" clId="{E85A4B94-210E-476A-AC6D-214DE9CDFF58}" dt="2020-02-17T20:13:40.753" v="759" actId="14100"/>
          <ac:spMkLst>
            <pc:docMk/>
            <pc:sldMk cId="2236240971" sldId="394"/>
            <ac:spMk id="8" creationId="{CDF911CF-8772-47EA-86E0-F0AEC3D33E58}"/>
          </ac:spMkLst>
        </pc:spChg>
        <pc:spChg chg="add mod">
          <ac:chgData name="MikeandJill West" userId="0caeac936585bbb7" providerId="LiveId" clId="{E85A4B94-210E-476A-AC6D-214DE9CDFF58}" dt="2020-02-17T20:13:29.812" v="729" actId="1036"/>
          <ac:spMkLst>
            <pc:docMk/>
            <pc:sldMk cId="2236240971" sldId="394"/>
            <ac:spMk id="9" creationId="{F85CBF2C-6B28-4B1E-84DD-C958D2EF6BB8}"/>
          </ac:spMkLst>
        </pc:spChg>
        <pc:spChg chg="add mod">
          <ac:chgData name="MikeandJill West" userId="0caeac936585bbb7" providerId="LiveId" clId="{E85A4B94-210E-476A-AC6D-214DE9CDFF58}" dt="2020-02-17T20:13:29.812" v="729" actId="1036"/>
          <ac:spMkLst>
            <pc:docMk/>
            <pc:sldMk cId="2236240971" sldId="394"/>
            <ac:spMk id="10" creationId="{34BA4105-7E78-4222-A77B-5B33701E1650}"/>
          </ac:spMkLst>
        </pc:spChg>
        <pc:spChg chg="add mod">
          <ac:chgData name="MikeandJill West" userId="0caeac936585bbb7" providerId="LiveId" clId="{E85A4B94-210E-476A-AC6D-214DE9CDFF58}" dt="2020-02-17T20:13:36.137" v="758" actId="1036"/>
          <ac:spMkLst>
            <pc:docMk/>
            <pc:sldMk cId="2236240971" sldId="394"/>
            <ac:spMk id="11" creationId="{302A9FAA-3C25-4D52-83F8-33247F61B43E}"/>
          </ac:spMkLst>
        </pc:spChg>
      </pc:sldChg>
      <pc:sldChg chg="addSp modSp">
        <pc:chgData name="MikeandJill West" userId="0caeac936585bbb7" providerId="LiveId" clId="{E85A4B94-210E-476A-AC6D-214DE9CDFF58}" dt="2020-02-17T20:24:18.384" v="1245" actId="6549"/>
        <pc:sldMkLst>
          <pc:docMk/>
          <pc:sldMk cId="2611014947" sldId="395"/>
        </pc:sldMkLst>
        <pc:spChg chg="mod">
          <ac:chgData name="MikeandJill West" userId="0caeac936585bbb7" providerId="LiveId" clId="{E85A4B94-210E-476A-AC6D-214DE9CDFF58}" dt="2020-02-17T20:12:34.483" v="628" actId="1036"/>
          <ac:spMkLst>
            <pc:docMk/>
            <pc:sldMk cId="2611014947" sldId="395"/>
            <ac:spMk id="2" creationId="{8E61185D-0285-4C9D-8544-02C370D1F1FF}"/>
          </ac:spMkLst>
        </pc:spChg>
        <pc:spChg chg="mod">
          <ac:chgData name="MikeandJill West" userId="0caeac936585bbb7" providerId="LiveId" clId="{E85A4B94-210E-476A-AC6D-214DE9CDFF58}" dt="2020-02-17T20:23:54.958" v="1243" actId="1035"/>
          <ac:spMkLst>
            <pc:docMk/>
            <pc:sldMk cId="2611014947" sldId="395"/>
            <ac:spMk id="9" creationId="{3CDADF1D-B371-4498-9BC9-11898B0EB3DD}"/>
          </ac:spMkLst>
        </pc:spChg>
        <pc:spChg chg="add mod">
          <ac:chgData name="MikeandJill West" userId="0caeac936585bbb7" providerId="LiveId" clId="{E85A4B94-210E-476A-AC6D-214DE9CDFF58}" dt="2020-02-17T20:12:55.941" v="682" actId="1035"/>
          <ac:spMkLst>
            <pc:docMk/>
            <pc:sldMk cId="2611014947" sldId="395"/>
            <ac:spMk id="10" creationId="{C6E8A965-F9B8-4ACE-AAA7-08DE363ABAB0}"/>
          </ac:spMkLst>
        </pc:spChg>
        <pc:spChg chg="add mod">
          <ac:chgData name="MikeandJill West" userId="0caeac936585bbb7" providerId="LiveId" clId="{E85A4B94-210E-476A-AC6D-214DE9CDFF58}" dt="2020-02-17T20:12:55.941" v="682" actId="1035"/>
          <ac:spMkLst>
            <pc:docMk/>
            <pc:sldMk cId="2611014947" sldId="395"/>
            <ac:spMk id="11" creationId="{56765CF9-3F46-448A-8A04-5CE3EE35EA85}"/>
          </ac:spMkLst>
        </pc:spChg>
        <pc:spChg chg="mod">
          <ac:chgData name="MikeandJill West" userId="0caeac936585bbb7" providerId="LiveId" clId="{E85A4B94-210E-476A-AC6D-214DE9CDFF58}" dt="2020-02-17T20:12:55.941" v="682" actId="1035"/>
          <ac:spMkLst>
            <pc:docMk/>
            <pc:sldMk cId="2611014947" sldId="395"/>
            <ac:spMk id="12" creationId="{5FD39BB8-2970-4EBC-923B-A7D7F7A0F74A}"/>
          </ac:spMkLst>
        </pc:spChg>
        <pc:spChg chg="mod">
          <ac:chgData name="MikeandJill West" userId="0caeac936585bbb7" providerId="LiveId" clId="{E85A4B94-210E-476A-AC6D-214DE9CDFF58}" dt="2020-02-17T20:21:30.583" v="1236" actId="20577"/>
          <ac:spMkLst>
            <pc:docMk/>
            <pc:sldMk cId="2611014947" sldId="395"/>
            <ac:spMk id="13" creationId="{E4B7664D-1B24-4631-BDB9-9ECF4B1EAD85}"/>
          </ac:spMkLst>
        </pc:spChg>
        <pc:spChg chg="mod">
          <ac:chgData name="MikeandJill West" userId="0caeac936585bbb7" providerId="LiveId" clId="{E85A4B94-210E-476A-AC6D-214DE9CDFF58}" dt="2020-02-17T20:20:43.772" v="1168" actId="20577"/>
          <ac:spMkLst>
            <pc:docMk/>
            <pc:sldMk cId="2611014947" sldId="395"/>
            <ac:spMk id="14" creationId="{A0ECB375-ADD4-408C-877D-9D38C7DD1173}"/>
          </ac:spMkLst>
        </pc:spChg>
        <pc:spChg chg="mod">
          <ac:chgData name="MikeandJill West" userId="0caeac936585bbb7" providerId="LiveId" clId="{E85A4B94-210E-476A-AC6D-214DE9CDFF58}" dt="2020-02-17T20:24:18.384" v="1245" actId="6549"/>
          <ac:spMkLst>
            <pc:docMk/>
            <pc:sldMk cId="2611014947" sldId="395"/>
            <ac:spMk id="15" creationId="{14FF54D1-C0DD-4BBE-840D-B69B48390918}"/>
          </ac:spMkLst>
        </pc:spChg>
      </pc:sldChg>
      <pc:sldChg chg="addSp modSp">
        <pc:chgData name="MikeandJill West" userId="0caeac936585bbb7" providerId="LiveId" clId="{E85A4B94-210E-476A-AC6D-214DE9CDFF58}" dt="2020-02-17T21:04:00.153" v="2745" actId="20577"/>
        <pc:sldMkLst>
          <pc:docMk/>
          <pc:sldMk cId="128669626" sldId="396"/>
        </pc:sldMkLst>
        <pc:spChg chg="mod">
          <ac:chgData name="MikeandJill West" userId="0caeac936585bbb7" providerId="LiveId" clId="{E85A4B94-210E-476A-AC6D-214DE9CDFF58}" dt="2020-02-17T21:04:00.153" v="2745" actId="20577"/>
          <ac:spMkLst>
            <pc:docMk/>
            <pc:sldMk cId="128669626" sldId="396"/>
            <ac:spMk id="2" creationId="{8E61185D-0285-4C9D-8544-02C370D1F1FF}"/>
          </ac:spMkLst>
        </pc:spChg>
        <pc:spChg chg="mod">
          <ac:chgData name="MikeandJill West" userId="0caeac936585bbb7" providerId="LiveId" clId="{E85A4B94-210E-476A-AC6D-214DE9CDFF58}" dt="2020-02-17T20:20:29.021" v="1135" actId="1036"/>
          <ac:spMkLst>
            <pc:docMk/>
            <pc:sldMk cId="128669626" sldId="396"/>
            <ac:spMk id="9" creationId="{7033F892-45E3-4CBB-A991-4E24CE59BD30}"/>
          </ac:spMkLst>
        </pc:spChg>
        <pc:spChg chg="mod">
          <ac:chgData name="MikeandJill West" userId="0caeac936585bbb7" providerId="LiveId" clId="{E85A4B94-210E-476A-AC6D-214DE9CDFF58}" dt="2020-02-17T20:13:21.490" v="726" actId="1035"/>
          <ac:spMkLst>
            <pc:docMk/>
            <pc:sldMk cId="128669626" sldId="396"/>
            <ac:spMk id="10" creationId="{2FADE237-5478-4EC2-BC53-1FCE992BE67B}"/>
          </ac:spMkLst>
        </pc:spChg>
        <pc:spChg chg="mod">
          <ac:chgData name="MikeandJill West" userId="0caeac936585bbb7" providerId="LiveId" clId="{E85A4B94-210E-476A-AC6D-214DE9CDFF58}" dt="2020-02-17T20:20:29.021" v="1135" actId="1036"/>
          <ac:spMkLst>
            <pc:docMk/>
            <pc:sldMk cId="128669626" sldId="396"/>
            <ac:spMk id="11" creationId="{DC232EEF-344A-4083-9AD5-D2EA64290AD8}"/>
          </ac:spMkLst>
        </pc:spChg>
        <pc:spChg chg="mod">
          <ac:chgData name="MikeandJill West" userId="0caeac936585bbb7" providerId="LiveId" clId="{E85A4B94-210E-476A-AC6D-214DE9CDFF58}" dt="2020-02-17T20:17:12.613" v="941" actId="20577"/>
          <ac:spMkLst>
            <pc:docMk/>
            <pc:sldMk cId="128669626" sldId="396"/>
            <ac:spMk id="12" creationId="{B43622F3-E309-4025-BE17-B95F5BB7517F}"/>
          </ac:spMkLst>
        </pc:spChg>
        <pc:spChg chg="mod">
          <ac:chgData name="MikeandJill West" userId="0caeac936585bbb7" providerId="LiveId" clId="{E85A4B94-210E-476A-AC6D-214DE9CDFF58}" dt="2020-02-17T20:13:21.490" v="726" actId="1035"/>
          <ac:spMkLst>
            <pc:docMk/>
            <pc:sldMk cId="128669626" sldId="396"/>
            <ac:spMk id="13" creationId="{89A6C4FF-FA83-43DD-8FD8-FD2A51E046B0}"/>
          </ac:spMkLst>
        </pc:spChg>
        <pc:spChg chg="add mod">
          <ac:chgData name="MikeandJill West" userId="0caeac936585bbb7" providerId="LiveId" clId="{E85A4B94-210E-476A-AC6D-214DE9CDFF58}" dt="2020-02-17T20:13:21.490" v="726" actId="1035"/>
          <ac:spMkLst>
            <pc:docMk/>
            <pc:sldMk cId="128669626" sldId="396"/>
            <ac:spMk id="14" creationId="{216D56FB-2500-45D9-9F23-87A8A0DD42DF}"/>
          </ac:spMkLst>
        </pc:spChg>
        <pc:spChg chg="add mod">
          <ac:chgData name="MikeandJill West" userId="0caeac936585bbb7" providerId="LiveId" clId="{E85A4B94-210E-476A-AC6D-214DE9CDFF58}" dt="2020-02-17T20:13:21.490" v="726" actId="1035"/>
          <ac:spMkLst>
            <pc:docMk/>
            <pc:sldMk cId="128669626" sldId="396"/>
            <ac:spMk id="15" creationId="{C8C2AB94-9D88-438D-9F7A-14AB48999EBF}"/>
          </ac:spMkLst>
        </pc:spChg>
      </pc:sldChg>
      <pc:sldChg chg="modSp">
        <pc:chgData name="MikeandJill West" userId="0caeac936585bbb7" providerId="LiveId" clId="{E85A4B94-210E-476A-AC6D-214DE9CDFF58}" dt="2020-02-17T20:24:58.712" v="1268"/>
        <pc:sldMkLst>
          <pc:docMk/>
          <pc:sldMk cId="431212943" sldId="397"/>
        </pc:sldMkLst>
        <pc:spChg chg="mod">
          <ac:chgData name="MikeandJill West" userId="0caeac936585bbb7" providerId="LiveId" clId="{E85A4B94-210E-476A-AC6D-214DE9CDFF58}" dt="2020-02-17T19:59:32.820" v="306" actId="108"/>
          <ac:spMkLst>
            <pc:docMk/>
            <pc:sldMk cId="431212943" sldId="397"/>
            <ac:spMk id="2" creationId="{8E61185D-0285-4C9D-8544-02C370D1F1FF}"/>
          </ac:spMkLst>
        </pc:spChg>
        <pc:spChg chg="mod">
          <ac:chgData name="MikeandJill West" userId="0caeac936585bbb7" providerId="LiveId" clId="{E85A4B94-210E-476A-AC6D-214DE9CDFF58}" dt="2020-02-17T20:24:58.712" v="1268"/>
          <ac:spMkLst>
            <pc:docMk/>
            <pc:sldMk cId="431212943" sldId="397"/>
            <ac:spMk id="11" creationId="{7D07073A-5A27-4CE9-AABA-1807D2A56485}"/>
          </ac:spMkLst>
        </pc:spChg>
        <pc:spChg chg="mod">
          <ac:chgData name="MikeandJill West" userId="0caeac936585bbb7" providerId="LiveId" clId="{E85A4B94-210E-476A-AC6D-214DE9CDFF58}" dt="2020-02-17T20:24:36.510" v="1265" actId="20577"/>
          <ac:spMkLst>
            <pc:docMk/>
            <pc:sldMk cId="431212943" sldId="397"/>
            <ac:spMk id="12" creationId="{C0E83137-E2BF-4B3B-9A0B-F532BAEE34DA}"/>
          </ac:spMkLst>
        </pc:spChg>
      </pc:sldChg>
      <pc:sldChg chg="modSp">
        <pc:chgData name="MikeandJill West" userId="0caeac936585bbb7" providerId="LiveId" clId="{E85A4B94-210E-476A-AC6D-214DE9CDFF58}" dt="2020-02-17T20:25:27.322" v="1303"/>
        <pc:sldMkLst>
          <pc:docMk/>
          <pc:sldMk cId="1853687111" sldId="402"/>
        </pc:sldMkLst>
        <pc:spChg chg="mod">
          <ac:chgData name="MikeandJill West" userId="0caeac936585bbb7" providerId="LiveId" clId="{E85A4B94-210E-476A-AC6D-214DE9CDFF58}" dt="2020-02-17T19:59:34.845" v="307" actId="108"/>
          <ac:spMkLst>
            <pc:docMk/>
            <pc:sldMk cId="1853687111" sldId="402"/>
            <ac:spMk id="2" creationId="{8E61185D-0285-4C9D-8544-02C370D1F1FF}"/>
          </ac:spMkLst>
        </pc:spChg>
        <pc:spChg chg="mod">
          <ac:chgData name="MikeandJill West" userId="0caeac936585bbb7" providerId="LiveId" clId="{E85A4B94-210E-476A-AC6D-214DE9CDFF58}" dt="2020-02-17T20:25:27.322" v="1303"/>
          <ac:spMkLst>
            <pc:docMk/>
            <pc:sldMk cId="1853687111" sldId="402"/>
            <ac:spMk id="11" creationId="{221D65EA-8FAF-46B5-8293-145833E425F2}"/>
          </ac:spMkLst>
        </pc:spChg>
        <pc:spChg chg="mod">
          <ac:chgData name="MikeandJill West" userId="0caeac936585bbb7" providerId="LiveId" clId="{E85A4B94-210E-476A-AC6D-214DE9CDFF58}" dt="2020-02-17T20:25:20.933" v="1302" actId="20577"/>
          <ac:spMkLst>
            <pc:docMk/>
            <pc:sldMk cId="1853687111" sldId="402"/>
            <ac:spMk id="12" creationId="{95E01B9D-8CE4-4494-B7A0-F132DED1A2F3}"/>
          </ac:spMkLst>
        </pc:spChg>
      </pc:sldChg>
      <pc:sldChg chg="modSp">
        <pc:chgData name="MikeandJill West" userId="0caeac936585bbb7" providerId="LiveId" clId="{E85A4B94-210E-476A-AC6D-214DE9CDFF58}" dt="2020-02-17T20:26:26.833" v="1304" actId="20577"/>
        <pc:sldMkLst>
          <pc:docMk/>
          <pc:sldMk cId="898138411" sldId="407"/>
        </pc:sldMkLst>
        <pc:spChg chg="mod">
          <ac:chgData name="MikeandJill West" userId="0caeac936585bbb7" providerId="LiveId" clId="{E85A4B94-210E-476A-AC6D-214DE9CDFF58}" dt="2020-02-17T20:00:35.181" v="323" actId="108"/>
          <ac:spMkLst>
            <pc:docMk/>
            <pc:sldMk cId="898138411" sldId="407"/>
            <ac:spMk id="7" creationId="{40638D1B-4303-428C-B168-BC6714B92E66}"/>
          </ac:spMkLst>
        </pc:spChg>
        <pc:spChg chg="mod">
          <ac:chgData name="MikeandJill West" userId="0caeac936585bbb7" providerId="LiveId" clId="{E85A4B94-210E-476A-AC6D-214DE9CDFF58}" dt="2020-02-17T19:59:37.776" v="308" actId="108"/>
          <ac:spMkLst>
            <pc:docMk/>
            <pc:sldMk cId="898138411" sldId="407"/>
            <ac:spMk id="9" creationId="{A5364D84-E11F-4B9A-B23D-86EA2B8F6D85}"/>
          </ac:spMkLst>
        </pc:spChg>
        <pc:spChg chg="mod">
          <ac:chgData name="MikeandJill West" userId="0caeac936585bbb7" providerId="LiveId" clId="{E85A4B94-210E-476A-AC6D-214DE9CDFF58}" dt="2020-02-17T20:26:26.833" v="1304" actId="20577"/>
          <ac:spMkLst>
            <pc:docMk/>
            <pc:sldMk cId="898138411" sldId="407"/>
            <ac:spMk id="14" creationId="{0886B2FF-FC61-4C68-A12E-C4942F39C828}"/>
          </ac:spMkLst>
        </pc:spChg>
      </pc:sldChg>
      <pc:sldChg chg="addSp modSp">
        <pc:chgData name="MikeandJill West" userId="0caeac936585bbb7" providerId="LiveId" clId="{E85A4B94-210E-476A-AC6D-214DE9CDFF58}" dt="2020-02-17T20:30:32.358" v="1707" actId="20577"/>
        <pc:sldMkLst>
          <pc:docMk/>
          <pc:sldMk cId="866899974" sldId="408"/>
        </pc:sldMkLst>
        <pc:spChg chg="mod">
          <ac:chgData name="MikeandJill West" userId="0caeac936585bbb7" providerId="LiveId" clId="{E85A4B94-210E-476A-AC6D-214DE9CDFF58}" dt="2020-02-17T20:30:32.358" v="1707" actId="20577"/>
          <ac:spMkLst>
            <pc:docMk/>
            <pc:sldMk cId="866899974" sldId="408"/>
            <ac:spMk id="6" creationId="{B4A1F2C4-279C-4DC9-A5AC-F7D9FDFF3A9D}"/>
          </ac:spMkLst>
        </pc:spChg>
        <pc:spChg chg="mod">
          <ac:chgData name="MikeandJill West" userId="0caeac936585bbb7" providerId="LiveId" clId="{E85A4B94-210E-476A-AC6D-214DE9CDFF58}" dt="2020-02-17T20:29:20.316" v="1555" actId="1035"/>
          <ac:spMkLst>
            <pc:docMk/>
            <pc:sldMk cId="866899974" sldId="408"/>
            <ac:spMk id="8" creationId="{555B3A1A-C391-4589-AF19-9607B023EA4E}"/>
          </ac:spMkLst>
        </pc:spChg>
        <pc:spChg chg="mod">
          <ac:chgData name="MikeandJill West" userId="0caeac936585bbb7" providerId="LiveId" clId="{E85A4B94-210E-476A-AC6D-214DE9CDFF58}" dt="2020-02-17T20:10:51.417" v="535" actId="1036"/>
          <ac:spMkLst>
            <pc:docMk/>
            <pc:sldMk cId="866899974" sldId="408"/>
            <ac:spMk id="9" creationId="{A5364D84-E11F-4B9A-B23D-86EA2B8F6D85}"/>
          </ac:spMkLst>
        </pc:spChg>
        <pc:spChg chg="mod">
          <ac:chgData name="MikeandJill West" userId="0caeac936585bbb7" providerId="LiveId" clId="{E85A4B94-210E-476A-AC6D-214DE9CDFF58}" dt="2020-02-17T20:29:53.430" v="1600" actId="20577"/>
          <ac:spMkLst>
            <pc:docMk/>
            <pc:sldMk cId="866899974" sldId="408"/>
            <ac:spMk id="11" creationId="{F737F999-C40D-4D54-BDBA-625778377213}"/>
          </ac:spMkLst>
        </pc:spChg>
        <pc:spChg chg="mod">
          <ac:chgData name="MikeandJill West" userId="0caeac936585bbb7" providerId="LiveId" clId="{E85A4B94-210E-476A-AC6D-214DE9CDFF58}" dt="2020-02-17T20:29:40.228" v="1585" actId="20577"/>
          <ac:spMkLst>
            <pc:docMk/>
            <pc:sldMk cId="866899974" sldId="408"/>
            <ac:spMk id="12" creationId="{83F5A76F-79D0-49C1-B162-69899F0EF34D}"/>
          </ac:spMkLst>
        </pc:spChg>
        <pc:spChg chg="mod">
          <ac:chgData name="MikeandJill West" userId="0caeac936585bbb7" providerId="LiveId" clId="{E85A4B94-210E-476A-AC6D-214DE9CDFF58}" dt="2020-02-17T20:29:20.316" v="1555" actId="1035"/>
          <ac:spMkLst>
            <pc:docMk/>
            <pc:sldMk cId="866899974" sldId="408"/>
            <ac:spMk id="13" creationId="{781070D4-9C1B-472A-ACA9-7FC82B89DD24}"/>
          </ac:spMkLst>
        </pc:spChg>
        <pc:spChg chg="add mod">
          <ac:chgData name="MikeandJill West" userId="0caeac936585bbb7" providerId="LiveId" clId="{E85A4B94-210E-476A-AC6D-214DE9CDFF58}" dt="2020-02-17T20:29:20.316" v="1555" actId="1035"/>
          <ac:spMkLst>
            <pc:docMk/>
            <pc:sldMk cId="866899974" sldId="408"/>
            <ac:spMk id="14" creationId="{BBB52504-26E6-4F5B-9140-76C9293AA94A}"/>
          </ac:spMkLst>
        </pc:spChg>
        <pc:spChg chg="add mod">
          <ac:chgData name="MikeandJill West" userId="0caeac936585bbb7" providerId="LiveId" clId="{E85A4B94-210E-476A-AC6D-214DE9CDFF58}" dt="2020-02-17T20:29:20.316" v="1555" actId="1035"/>
          <ac:spMkLst>
            <pc:docMk/>
            <pc:sldMk cId="866899974" sldId="408"/>
            <ac:spMk id="15" creationId="{2186EDB2-504E-4596-B11B-D24162AD51E5}"/>
          </ac:spMkLst>
        </pc:spChg>
      </pc:sldChg>
      <pc:sldChg chg="addSp modSp">
        <pc:chgData name="MikeandJill West" userId="0caeac936585bbb7" providerId="LiveId" clId="{E85A4B94-210E-476A-AC6D-214DE9CDFF58}" dt="2020-02-17T20:29:10.447" v="1540"/>
        <pc:sldMkLst>
          <pc:docMk/>
          <pc:sldMk cId="3816476241" sldId="409"/>
        </pc:sldMkLst>
        <pc:spChg chg="mod">
          <ac:chgData name="MikeandJill West" userId="0caeac936585bbb7" providerId="LiveId" clId="{E85A4B94-210E-476A-AC6D-214DE9CDFF58}" dt="2020-02-17T20:29:10.447" v="1540"/>
          <ac:spMkLst>
            <pc:docMk/>
            <pc:sldMk cId="3816476241" sldId="409"/>
            <ac:spMk id="6" creationId="{6B5F8485-A407-4ACC-9C45-C06F4A433704}"/>
          </ac:spMkLst>
        </pc:spChg>
        <pc:spChg chg="mod">
          <ac:chgData name="MikeandJill West" userId="0caeac936585bbb7" providerId="LiveId" clId="{E85A4B94-210E-476A-AC6D-214DE9CDFF58}" dt="2020-02-17T20:11:36.157" v="605" actId="1036"/>
          <ac:spMkLst>
            <pc:docMk/>
            <pc:sldMk cId="3816476241" sldId="409"/>
            <ac:spMk id="8" creationId="{C45E8401-43F3-4448-BE07-0BF2A6D94F73}"/>
          </ac:spMkLst>
        </pc:spChg>
        <pc:spChg chg="mod">
          <ac:chgData name="MikeandJill West" userId="0caeac936585bbb7" providerId="LiveId" clId="{E85A4B94-210E-476A-AC6D-214DE9CDFF58}" dt="2020-02-17T20:11:18.456" v="577" actId="1036"/>
          <ac:spMkLst>
            <pc:docMk/>
            <pc:sldMk cId="3816476241" sldId="409"/>
            <ac:spMk id="9" creationId="{A5364D84-E11F-4B9A-B23D-86EA2B8F6D85}"/>
          </ac:spMkLst>
        </pc:spChg>
        <pc:spChg chg="mod">
          <ac:chgData name="MikeandJill West" userId="0caeac936585bbb7" providerId="LiveId" clId="{E85A4B94-210E-476A-AC6D-214DE9CDFF58}" dt="2020-02-17T20:28:59.993" v="1539"/>
          <ac:spMkLst>
            <pc:docMk/>
            <pc:sldMk cId="3816476241" sldId="409"/>
            <ac:spMk id="11" creationId="{27B6D1CD-2559-45CC-9F2A-85376EEE4BEE}"/>
          </ac:spMkLst>
        </pc:spChg>
        <pc:spChg chg="mod">
          <ac:chgData name="MikeandJill West" userId="0caeac936585bbb7" providerId="LiveId" clId="{E85A4B94-210E-476A-AC6D-214DE9CDFF58}" dt="2020-02-17T20:28:46.627" v="1538" actId="20577"/>
          <ac:spMkLst>
            <pc:docMk/>
            <pc:sldMk cId="3816476241" sldId="409"/>
            <ac:spMk id="12" creationId="{194EA3FF-D6F3-42E0-A961-FC6BDC099991}"/>
          </ac:spMkLst>
        </pc:spChg>
        <pc:spChg chg="mod">
          <ac:chgData name="MikeandJill West" userId="0caeac936585bbb7" providerId="LiveId" clId="{E85A4B94-210E-476A-AC6D-214DE9CDFF58}" dt="2020-02-17T20:11:36.157" v="605" actId="1036"/>
          <ac:spMkLst>
            <pc:docMk/>
            <pc:sldMk cId="3816476241" sldId="409"/>
            <ac:spMk id="13" creationId="{10BE8F56-AEA4-466C-AEBC-A2762AE606FB}"/>
          </ac:spMkLst>
        </pc:spChg>
        <pc:spChg chg="add mod">
          <ac:chgData name="MikeandJill West" userId="0caeac936585bbb7" providerId="LiveId" clId="{E85A4B94-210E-476A-AC6D-214DE9CDFF58}" dt="2020-02-17T20:11:36.157" v="605" actId="1036"/>
          <ac:spMkLst>
            <pc:docMk/>
            <pc:sldMk cId="3816476241" sldId="409"/>
            <ac:spMk id="14" creationId="{21E4E0B5-43A1-4A4D-9ADE-376ABFBA237C}"/>
          </ac:spMkLst>
        </pc:spChg>
        <pc:spChg chg="add mod">
          <ac:chgData name="MikeandJill West" userId="0caeac936585bbb7" providerId="LiveId" clId="{E85A4B94-210E-476A-AC6D-214DE9CDFF58}" dt="2020-02-17T20:11:36.157" v="605" actId="1036"/>
          <ac:spMkLst>
            <pc:docMk/>
            <pc:sldMk cId="3816476241" sldId="409"/>
            <ac:spMk id="15" creationId="{F5BEFD35-330A-4F5C-80F9-F9483DDA36D7}"/>
          </ac:spMkLst>
        </pc:spChg>
      </pc:sldChg>
      <pc:sldChg chg="addSp modSp">
        <pc:chgData name="MikeandJill West" userId="0caeac936585bbb7" providerId="LiveId" clId="{E85A4B94-210E-476A-AC6D-214DE9CDFF58}" dt="2020-02-17T20:28:21.310" v="1531" actId="20577"/>
        <pc:sldMkLst>
          <pc:docMk/>
          <pc:sldMk cId="2689330429" sldId="410"/>
        </pc:sldMkLst>
        <pc:spChg chg="mod">
          <ac:chgData name="MikeandJill West" userId="0caeac936585bbb7" providerId="LiveId" clId="{E85A4B94-210E-476A-AC6D-214DE9CDFF58}" dt="2020-02-17T20:28:21.310" v="1531" actId="20577"/>
          <ac:spMkLst>
            <pc:docMk/>
            <pc:sldMk cId="2689330429" sldId="410"/>
            <ac:spMk id="6" creationId="{F38170E1-B74B-43BB-93B7-5D7206B6B3EE}"/>
          </ac:spMkLst>
        </pc:spChg>
        <pc:spChg chg="mod">
          <ac:chgData name="MikeandJill West" userId="0caeac936585bbb7" providerId="LiveId" clId="{E85A4B94-210E-476A-AC6D-214DE9CDFF58}" dt="2020-02-17T20:11:44.441" v="609" actId="1036"/>
          <ac:spMkLst>
            <pc:docMk/>
            <pc:sldMk cId="2689330429" sldId="410"/>
            <ac:spMk id="8" creationId="{F51730C5-ED9A-4935-9AC5-4CE17A01493E}"/>
          </ac:spMkLst>
        </pc:spChg>
        <pc:spChg chg="mod">
          <ac:chgData name="MikeandJill West" userId="0caeac936585bbb7" providerId="LiveId" clId="{E85A4B94-210E-476A-AC6D-214DE9CDFF58}" dt="2020-02-17T19:59:40.403" v="309" actId="108"/>
          <ac:spMkLst>
            <pc:docMk/>
            <pc:sldMk cId="2689330429" sldId="410"/>
            <ac:spMk id="9" creationId="{A5364D84-E11F-4B9A-B23D-86EA2B8F6D85}"/>
          </ac:spMkLst>
        </pc:spChg>
        <pc:spChg chg="mod">
          <ac:chgData name="MikeandJill West" userId="0caeac936585bbb7" providerId="LiveId" clId="{E85A4B94-210E-476A-AC6D-214DE9CDFF58}" dt="2020-02-17T20:27:14.918" v="1371" actId="20577"/>
          <ac:spMkLst>
            <pc:docMk/>
            <pc:sldMk cId="2689330429" sldId="410"/>
            <ac:spMk id="11" creationId="{C812EAB6-8871-42D2-8A72-02ADEE08E256}"/>
          </ac:spMkLst>
        </pc:spChg>
        <pc:spChg chg="mod">
          <ac:chgData name="MikeandJill West" userId="0caeac936585bbb7" providerId="LiveId" clId="{E85A4B94-210E-476A-AC6D-214DE9CDFF58}" dt="2020-02-17T20:26:52.942" v="1341" actId="20577"/>
          <ac:spMkLst>
            <pc:docMk/>
            <pc:sldMk cId="2689330429" sldId="410"/>
            <ac:spMk id="12" creationId="{7B916817-4CD8-422B-AD43-7804754926B6}"/>
          </ac:spMkLst>
        </pc:spChg>
        <pc:spChg chg="mod">
          <ac:chgData name="MikeandJill West" userId="0caeac936585bbb7" providerId="LiveId" clId="{E85A4B94-210E-476A-AC6D-214DE9CDFF58}" dt="2020-02-17T20:11:57.279" v="626" actId="14100"/>
          <ac:spMkLst>
            <pc:docMk/>
            <pc:sldMk cId="2689330429" sldId="410"/>
            <ac:spMk id="13" creationId="{8953E376-9F4F-4818-87EC-CDD5A6D505DF}"/>
          </ac:spMkLst>
        </pc:spChg>
        <pc:spChg chg="add mod">
          <ac:chgData name="MikeandJill West" userId="0caeac936585bbb7" providerId="LiveId" clId="{E85A4B94-210E-476A-AC6D-214DE9CDFF58}" dt="2020-02-17T20:11:44.441" v="609" actId="1036"/>
          <ac:spMkLst>
            <pc:docMk/>
            <pc:sldMk cId="2689330429" sldId="410"/>
            <ac:spMk id="14" creationId="{4EB7BCBA-5072-43C5-9835-B31F62EC261B}"/>
          </ac:spMkLst>
        </pc:spChg>
        <pc:spChg chg="add mod">
          <ac:chgData name="MikeandJill West" userId="0caeac936585bbb7" providerId="LiveId" clId="{E85A4B94-210E-476A-AC6D-214DE9CDFF58}" dt="2020-02-17T20:11:49.345" v="625" actId="1035"/>
          <ac:spMkLst>
            <pc:docMk/>
            <pc:sldMk cId="2689330429" sldId="410"/>
            <ac:spMk id="15" creationId="{0FD2C769-1E79-48EC-B08C-9F7BC604668B}"/>
          </ac:spMkLst>
        </pc:spChg>
      </pc:sldChg>
      <pc:sldChg chg="addSp modSp">
        <pc:chgData name="MikeandJill West" userId="0caeac936585bbb7" providerId="LiveId" clId="{E85A4B94-210E-476A-AC6D-214DE9CDFF58}" dt="2020-02-17T20:46:19.031" v="2497" actId="1035"/>
        <pc:sldMkLst>
          <pc:docMk/>
          <pc:sldMk cId="3282874921" sldId="411"/>
        </pc:sldMkLst>
        <pc:spChg chg="mod">
          <ac:chgData name="MikeandJill West" userId="0caeac936585bbb7" providerId="LiveId" clId="{E85A4B94-210E-476A-AC6D-214DE9CDFF58}" dt="2020-02-17T20:31:35.963" v="1730"/>
          <ac:spMkLst>
            <pc:docMk/>
            <pc:sldMk cId="3282874921" sldId="411"/>
            <ac:spMk id="6" creationId="{45FF0F52-357B-4387-B139-6EBF9D0A3087}"/>
          </ac:spMkLst>
        </pc:spChg>
        <pc:spChg chg="mod">
          <ac:chgData name="MikeandJill West" userId="0caeac936585bbb7" providerId="LiveId" clId="{E85A4B94-210E-476A-AC6D-214DE9CDFF58}" dt="2020-02-17T20:10:29.177" v="507" actId="1036"/>
          <ac:spMkLst>
            <pc:docMk/>
            <pc:sldMk cId="3282874921" sldId="411"/>
            <ac:spMk id="8" creationId="{620CB7D2-90A7-428D-990B-6B112A1154E2}"/>
          </ac:spMkLst>
        </pc:spChg>
        <pc:spChg chg="mod">
          <ac:chgData name="MikeandJill West" userId="0caeac936585bbb7" providerId="LiveId" clId="{E85A4B94-210E-476A-AC6D-214DE9CDFF58}" dt="2020-02-17T20:10:46.826" v="530" actId="1036"/>
          <ac:spMkLst>
            <pc:docMk/>
            <pc:sldMk cId="3282874921" sldId="411"/>
            <ac:spMk id="9" creationId="{A5364D84-E11F-4B9A-B23D-86EA2B8F6D85}"/>
          </ac:spMkLst>
        </pc:spChg>
        <pc:spChg chg="mod">
          <ac:chgData name="MikeandJill West" userId="0caeac936585bbb7" providerId="LiveId" clId="{E85A4B94-210E-476A-AC6D-214DE9CDFF58}" dt="2020-02-17T20:46:19.031" v="2497" actId="1035"/>
          <ac:spMkLst>
            <pc:docMk/>
            <pc:sldMk cId="3282874921" sldId="411"/>
            <ac:spMk id="11" creationId="{1DCE6790-F690-466F-ABCE-9F79E9ED2405}"/>
          </ac:spMkLst>
        </pc:spChg>
        <pc:spChg chg="mod">
          <ac:chgData name="MikeandJill West" userId="0caeac936585bbb7" providerId="LiveId" clId="{E85A4B94-210E-476A-AC6D-214DE9CDFF58}" dt="2020-02-17T20:31:22.112" v="1729" actId="20577"/>
          <ac:spMkLst>
            <pc:docMk/>
            <pc:sldMk cId="3282874921" sldId="411"/>
            <ac:spMk id="12" creationId="{60A35952-29C2-4CC5-B08E-85DC5A892264}"/>
          </ac:spMkLst>
        </pc:spChg>
        <pc:spChg chg="mod">
          <ac:chgData name="MikeandJill West" userId="0caeac936585bbb7" providerId="LiveId" clId="{E85A4B94-210E-476A-AC6D-214DE9CDFF58}" dt="2020-02-17T20:31:41.277" v="1731" actId="14100"/>
          <ac:spMkLst>
            <pc:docMk/>
            <pc:sldMk cId="3282874921" sldId="411"/>
            <ac:spMk id="13" creationId="{82EDE751-58BC-4658-809B-FE4FC892CAE5}"/>
          </ac:spMkLst>
        </pc:spChg>
        <pc:spChg chg="add mod">
          <ac:chgData name="MikeandJill West" userId="0caeac936585bbb7" providerId="LiveId" clId="{E85A4B94-210E-476A-AC6D-214DE9CDFF58}" dt="2020-02-17T20:10:29.177" v="507" actId="1036"/>
          <ac:spMkLst>
            <pc:docMk/>
            <pc:sldMk cId="3282874921" sldId="411"/>
            <ac:spMk id="14" creationId="{3D47371C-4043-49DE-9CBA-911AE7A0800F}"/>
          </ac:spMkLst>
        </pc:spChg>
        <pc:spChg chg="add mod">
          <ac:chgData name="MikeandJill West" userId="0caeac936585bbb7" providerId="LiveId" clId="{E85A4B94-210E-476A-AC6D-214DE9CDFF58}" dt="2020-02-17T20:10:42.187" v="524" actId="1035"/>
          <ac:spMkLst>
            <pc:docMk/>
            <pc:sldMk cId="3282874921" sldId="411"/>
            <ac:spMk id="15" creationId="{D0CCB67E-4577-401E-A3F6-291856471D9D}"/>
          </ac:spMkLst>
        </pc:spChg>
      </pc:sldChg>
      <pc:sldChg chg="addSp modSp">
        <pc:chgData name="MikeandJill West" userId="0caeac936585bbb7" providerId="LiveId" clId="{E85A4B94-210E-476A-AC6D-214DE9CDFF58}" dt="2020-02-17T20:34:08.470" v="1995" actId="1036"/>
        <pc:sldMkLst>
          <pc:docMk/>
          <pc:sldMk cId="3525014642" sldId="412"/>
        </pc:sldMkLst>
        <pc:spChg chg="mod">
          <ac:chgData name="MikeandJill West" userId="0caeac936585bbb7" providerId="LiveId" clId="{E85A4B94-210E-476A-AC6D-214DE9CDFF58}" dt="2020-02-17T20:03:17.339" v="486" actId="1036"/>
          <ac:spMkLst>
            <pc:docMk/>
            <pc:sldMk cId="3525014642" sldId="412"/>
            <ac:spMk id="3" creationId="{0F2E6701-8461-4315-B0D9-01D2E60020B4}"/>
          </ac:spMkLst>
        </pc:spChg>
        <pc:spChg chg="mod">
          <ac:chgData name="MikeandJill West" userId="0caeac936585bbb7" providerId="LiveId" clId="{E85A4B94-210E-476A-AC6D-214DE9CDFF58}" dt="2020-02-17T20:34:03.992" v="1984" actId="20577"/>
          <ac:spMkLst>
            <pc:docMk/>
            <pc:sldMk cId="3525014642" sldId="412"/>
            <ac:spMk id="8" creationId="{09B54787-9014-4C62-A2D0-0DD3FE6AAD06}"/>
          </ac:spMkLst>
        </pc:spChg>
        <pc:spChg chg="mod">
          <ac:chgData name="MikeandJill West" userId="0caeac936585bbb7" providerId="LiveId" clId="{E85A4B94-210E-476A-AC6D-214DE9CDFF58}" dt="2020-02-17T20:03:12.827" v="480" actId="1035"/>
          <ac:spMkLst>
            <pc:docMk/>
            <pc:sldMk cId="3525014642" sldId="412"/>
            <ac:spMk id="9" creationId="{02A3DA16-FC06-4247-A401-4462AE336B01}"/>
          </ac:spMkLst>
        </pc:spChg>
        <pc:spChg chg="add mod">
          <ac:chgData name="MikeandJill West" userId="0caeac936585bbb7" providerId="LiveId" clId="{E85A4B94-210E-476A-AC6D-214DE9CDFF58}" dt="2020-02-17T20:03:12.827" v="480" actId="1035"/>
          <ac:spMkLst>
            <pc:docMk/>
            <pc:sldMk cId="3525014642" sldId="412"/>
            <ac:spMk id="10" creationId="{DD612EFC-5F2F-40BF-B346-27178F2912CF}"/>
          </ac:spMkLst>
        </pc:spChg>
        <pc:spChg chg="add mod">
          <ac:chgData name="MikeandJill West" userId="0caeac936585bbb7" providerId="LiveId" clId="{E85A4B94-210E-476A-AC6D-214DE9CDFF58}" dt="2020-02-17T20:03:12.827" v="480" actId="1035"/>
          <ac:spMkLst>
            <pc:docMk/>
            <pc:sldMk cId="3525014642" sldId="412"/>
            <ac:spMk id="11" creationId="{747A1133-9C5C-4303-8E25-5E1C1EA74805}"/>
          </ac:spMkLst>
        </pc:spChg>
        <pc:spChg chg="mod">
          <ac:chgData name="MikeandJill West" userId="0caeac936585bbb7" providerId="LiveId" clId="{E85A4B94-210E-476A-AC6D-214DE9CDFF58}" dt="2020-02-17T20:34:08.470" v="1995" actId="1036"/>
          <ac:spMkLst>
            <pc:docMk/>
            <pc:sldMk cId="3525014642" sldId="412"/>
            <ac:spMk id="13" creationId="{8EAC9349-3E02-40A8-873B-0506F7A2A64E}"/>
          </ac:spMkLst>
        </pc:spChg>
        <pc:spChg chg="mod">
          <ac:chgData name="MikeandJill West" userId="0caeac936585bbb7" providerId="LiveId" clId="{E85A4B94-210E-476A-AC6D-214DE9CDFF58}" dt="2020-02-17T20:32:52.248" v="1768" actId="20577"/>
          <ac:spMkLst>
            <pc:docMk/>
            <pc:sldMk cId="3525014642" sldId="412"/>
            <ac:spMk id="14" creationId="{B519AC29-9F6F-415C-9BE2-6D5BE22DEF21}"/>
          </ac:spMkLst>
        </pc:spChg>
        <pc:spChg chg="mod">
          <ac:chgData name="MikeandJill West" userId="0caeac936585bbb7" providerId="LiveId" clId="{E85A4B94-210E-476A-AC6D-214DE9CDFF58}" dt="2020-02-17T20:10:17.219" v="505" actId="14100"/>
          <ac:spMkLst>
            <pc:docMk/>
            <pc:sldMk cId="3525014642" sldId="412"/>
            <ac:spMk id="15" creationId="{4019A702-1BAD-45BD-BEA5-EA1992C13302}"/>
          </ac:spMkLst>
        </pc:spChg>
      </pc:sldChg>
      <pc:sldChg chg="addSp modSp">
        <pc:chgData name="MikeandJill West" userId="0caeac936585bbb7" providerId="LiveId" clId="{E85A4B94-210E-476A-AC6D-214DE9CDFF58}" dt="2020-02-17T20:44:42.341" v="2466" actId="20577"/>
        <pc:sldMkLst>
          <pc:docMk/>
          <pc:sldMk cId="30088337" sldId="413"/>
        </pc:sldMkLst>
        <pc:spChg chg="mod">
          <ac:chgData name="MikeandJill West" userId="0caeac936585bbb7" providerId="LiveId" clId="{E85A4B94-210E-476A-AC6D-214DE9CDFF58}" dt="2020-02-17T20:03:26.211" v="501" actId="1036"/>
          <ac:spMkLst>
            <pc:docMk/>
            <pc:sldMk cId="30088337" sldId="413"/>
            <ac:spMk id="3" creationId="{0F2E6701-8461-4315-B0D9-01D2E60020B4}"/>
          </ac:spMkLst>
        </pc:spChg>
        <pc:spChg chg="mod">
          <ac:chgData name="MikeandJill West" userId="0caeac936585bbb7" providerId="LiveId" clId="{E85A4B94-210E-476A-AC6D-214DE9CDFF58}" dt="2020-02-17T20:40:33.551" v="2280" actId="20577"/>
          <ac:spMkLst>
            <pc:docMk/>
            <pc:sldMk cId="30088337" sldId="413"/>
            <ac:spMk id="8" creationId="{B5D4FD80-03E9-4E89-B80D-ED4C55DB474D}"/>
          </ac:spMkLst>
        </pc:spChg>
        <pc:spChg chg="mod">
          <ac:chgData name="MikeandJill West" userId="0caeac936585bbb7" providerId="LiveId" clId="{E85A4B94-210E-476A-AC6D-214DE9CDFF58}" dt="2020-02-17T20:02:15.251" v="384" actId="1036"/>
          <ac:spMkLst>
            <pc:docMk/>
            <pc:sldMk cId="30088337" sldId="413"/>
            <ac:spMk id="9" creationId="{0E4989E4-D590-4AC6-A457-98F2530511E9}"/>
          </ac:spMkLst>
        </pc:spChg>
        <pc:spChg chg="add mod">
          <ac:chgData name="MikeandJill West" userId="0caeac936585bbb7" providerId="LiveId" clId="{E85A4B94-210E-476A-AC6D-214DE9CDFF58}" dt="2020-02-17T20:02:15.251" v="384" actId="1036"/>
          <ac:spMkLst>
            <pc:docMk/>
            <pc:sldMk cId="30088337" sldId="413"/>
            <ac:spMk id="10" creationId="{32F39E05-A349-4457-85F5-9825912135CF}"/>
          </ac:spMkLst>
        </pc:spChg>
        <pc:spChg chg="mod">
          <ac:chgData name="MikeandJill West" userId="0caeac936585bbb7" providerId="LiveId" clId="{E85A4B94-210E-476A-AC6D-214DE9CDFF58}" dt="2020-02-17T20:44:42.341" v="2466" actId="20577"/>
          <ac:spMkLst>
            <pc:docMk/>
            <pc:sldMk cId="30088337" sldId="413"/>
            <ac:spMk id="11" creationId="{26037B13-4E8D-4A0D-AB6D-2C576A212064}"/>
          </ac:spMkLst>
        </pc:spChg>
        <pc:spChg chg="mod">
          <ac:chgData name="MikeandJill West" userId="0caeac936585bbb7" providerId="LiveId" clId="{E85A4B94-210E-476A-AC6D-214DE9CDFF58}" dt="2020-02-17T20:39:46.015" v="2164" actId="20577"/>
          <ac:spMkLst>
            <pc:docMk/>
            <pc:sldMk cId="30088337" sldId="413"/>
            <ac:spMk id="12" creationId="{B8087A84-6110-4DFD-9171-B63D26C56E76}"/>
          </ac:spMkLst>
        </pc:spChg>
        <pc:spChg chg="mod">
          <ac:chgData name="MikeandJill West" userId="0caeac936585bbb7" providerId="LiveId" clId="{E85A4B94-210E-476A-AC6D-214DE9CDFF58}" dt="2020-02-17T20:02:00.427" v="364" actId="1035"/>
          <ac:spMkLst>
            <pc:docMk/>
            <pc:sldMk cId="30088337" sldId="413"/>
            <ac:spMk id="13" creationId="{2BE63572-1297-4A67-B330-921EEAE88593}"/>
          </ac:spMkLst>
        </pc:spChg>
        <pc:spChg chg="add mod">
          <ac:chgData name="MikeandJill West" userId="0caeac936585bbb7" providerId="LiveId" clId="{E85A4B94-210E-476A-AC6D-214DE9CDFF58}" dt="2020-02-17T20:02:07.186" v="373" actId="1035"/>
          <ac:spMkLst>
            <pc:docMk/>
            <pc:sldMk cId="30088337" sldId="413"/>
            <ac:spMk id="14" creationId="{0A420AC5-9548-436A-B12F-618BCB8DA3DD}"/>
          </ac:spMkLst>
        </pc:spChg>
      </pc:sldChg>
      <pc:sldChg chg="addSp modSp">
        <pc:chgData name="MikeandJill West" userId="0caeac936585bbb7" providerId="LiveId" clId="{E85A4B94-210E-476A-AC6D-214DE9CDFF58}" dt="2020-02-17T20:39:27.820" v="2116" actId="1036"/>
        <pc:sldMkLst>
          <pc:docMk/>
          <pc:sldMk cId="913273013" sldId="415"/>
        </pc:sldMkLst>
        <pc:spChg chg="mod">
          <ac:chgData name="MikeandJill West" userId="0caeac936585bbb7" providerId="LiveId" clId="{E85A4B94-210E-476A-AC6D-214DE9CDFF58}" dt="2020-02-17T20:03:23.059" v="494" actId="1036"/>
          <ac:spMkLst>
            <pc:docMk/>
            <pc:sldMk cId="913273013" sldId="415"/>
            <ac:spMk id="3" creationId="{0F2E6701-8461-4315-B0D9-01D2E60020B4}"/>
          </ac:spMkLst>
        </pc:spChg>
        <pc:spChg chg="mod">
          <ac:chgData name="MikeandJill West" userId="0caeac936585bbb7" providerId="LiveId" clId="{E85A4B94-210E-476A-AC6D-214DE9CDFF58}" dt="2020-02-17T20:39:23.501" v="2106" actId="1035"/>
          <ac:spMkLst>
            <pc:docMk/>
            <pc:sldMk cId="913273013" sldId="415"/>
            <ac:spMk id="9" creationId="{40594F97-AB60-4937-8B5C-E09F19F170D5}"/>
          </ac:spMkLst>
        </pc:spChg>
        <pc:spChg chg="add mod">
          <ac:chgData name="MikeandJill West" userId="0caeac936585bbb7" providerId="LiveId" clId="{E85A4B94-210E-476A-AC6D-214DE9CDFF58}" dt="2020-02-17T20:02:39.848" v="408" actId="1036"/>
          <ac:spMkLst>
            <pc:docMk/>
            <pc:sldMk cId="913273013" sldId="415"/>
            <ac:spMk id="10" creationId="{F3FD2534-94E3-4836-8E91-AE0B23EDDBF1}"/>
          </ac:spMkLst>
        </pc:spChg>
        <pc:spChg chg="mod">
          <ac:chgData name="MikeandJill West" userId="0caeac936585bbb7" providerId="LiveId" clId="{E85A4B94-210E-476A-AC6D-214DE9CDFF58}" dt="2020-02-17T20:02:39.848" v="408" actId="1036"/>
          <ac:spMkLst>
            <pc:docMk/>
            <pc:sldMk cId="913273013" sldId="415"/>
            <ac:spMk id="11" creationId="{E26961BB-BDFC-47A9-8A1B-2BF5B7B35A67}"/>
          </ac:spMkLst>
        </pc:spChg>
        <pc:spChg chg="add mod">
          <ac:chgData name="MikeandJill West" userId="0caeac936585bbb7" providerId="LiveId" clId="{E85A4B94-210E-476A-AC6D-214DE9CDFF58}" dt="2020-02-17T20:02:46.209" v="435" actId="1035"/>
          <ac:spMkLst>
            <pc:docMk/>
            <pc:sldMk cId="913273013" sldId="415"/>
            <ac:spMk id="12" creationId="{EC2785DE-1C9B-4659-BBD0-7F83CE193946}"/>
          </ac:spMkLst>
        </pc:spChg>
        <pc:spChg chg="mod">
          <ac:chgData name="MikeandJill West" userId="0caeac936585bbb7" providerId="LiveId" clId="{E85A4B94-210E-476A-AC6D-214DE9CDFF58}" dt="2020-02-17T20:39:27.820" v="2116" actId="1036"/>
          <ac:spMkLst>
            <pc:docMk/>
            <pc:sldMk cId="913273013" sldId="415"/>
            <ac:spMk id="13" creationId="{789130D4-EC33-44B3-B291-5184DB5D92AD}"/>
          </ac:spMkLst>
        </pc:spChg>
        <pc:spChg chg="mod">
          <ac:chgData name="MikeandJill West" userId="0caeac936585bbb7" providerId="LiveId" clId="{E85A4B94-210E-476A-AC6D-214DE9CDFF58}" dt="2020-02-17T20:37:45.415" v="2032" actId="20577"/>
          <ac:spMkLst>
            <pc:docMk/>
            <pc:sldMk cId="913273013" sldId="415"/>
            <ac:spMk id="14" creationId="{48648223-A6C9-430D-9C9E-7B9061AC9151}"/>
          </ac:spMkLst>
        </pc:spChg>
        <pc:spChg chg="mod">
          <ac:chgData name="MikeandJill West" userId="0caeac936585bbb7" providerId="LiveId" clId="{E85A4B94-210E-476A-AC6D-214DE9CDFF58}" dt="2020-02-17T20:02:31.508" v="405" actId="1035"/>
          <ac:spMkLst>
            <pc:docMk/>
            <pc:sldMk cId="913273013" sldId="415"/>
            <ac:spMk id="15" creationId="{91476B1E-D238-4C14-9137-7B1A0B682CBD}"/>
          </ac:spMkLst>
        </pc:spChg>
      </pc:sldChg>
      <pc:sldChg chg="addSp modSp">
        <pc:chgData name="MikeandJill West" userId="0caeac936585bbb7" providerId="LiveId" clId="{E85A4B94-210E-476A-AC6D-214DE9CDFF58}" dt="2020-02-17T20:46:46.360" v="2504" actId="1035"/>
        <pc:sldMkLst>
          <pc:docMk/>
          <pc:sldMk cId="2407636333" sldId="417"/>
        </pc:sldMkLst>
        <pc:spChg chg="mod">
          <ac:chgData name="MikeandJill West" userId="0caeac936585bbb7" providerId="LiveId" clId="{E85A4B94-210E-476A-AC6D-214DE9CDFF58}" dt="2020-02-17T20:03:33.666" v="504" actId="1036"/>
          <ac:spMkLst>
            <pc:docMk/>
            <pc:sldMk cId="2407636333" sldId="417"/>
            <ac:spMk id="3" creationId="{0F2E6701-8461-4315-B0D9-01D2E60020B4}"/>
          </ac:spMkLst>
        </pc:spChg>
        <pc:spChg chg="mod">
          <ac:chgData name="MikeandJill West" userId="0caeac936585bbb7" providerId="LiveId" clId="{E85A4B94-210E-476A-AC6D-214DE9CDFF58}" dt="2020-02-17T20:46:38.433" v="2498"/>
          <ac:spMkLst>
            <pc:docMk/>
            <pc:sldMk cId="2407636333" sldId="417"/>
            <ac:spMk id="8" creationId="{42EFB8EF-0D2F-4E9D-81AE-CAA8CF282A91}"/>
          </ac:spMkLst>
        </pc:spChg>
        <pc:spChg chg="mod">
          <ac:chgData name="MikeandJill West" userId="0caeac936585bbb7" providerId="LiveId" clId="{E85A4B94-210E-476A-AC6D-214DE9CDFF58}" dt="2020-02-17T19:51:28.206" v="299" actId="1076"/>
          <ac:spMkLst>
            <pc:docMk/>
            <pc:sldMk cId="2407636333" sldId="417"/>
            <ac:spMk id="9" creationId="{98D03EFD-78A6-4454-A258-91A68E8E01C4}"/>
          </ac:spMkLst>
        </pc:spChg>
        <pc:spChg chg="mod">
          <ac:chgData name="MikeandJill West" userId="0caeac936585bbb7" providerId="LiveId" clId="{E85A4B94-210E-476A-AC6D-214DE9CDFF58}" dt="2020-02-17T20:46:46.360" v="2504" actId="1035"/>
          <ac:spMkLst>
            <pc:docMk/>
            <pc:sldMk cId="2407636333" sldId="417"/>
            <ac:spMk id="10" creationId="{1D169732-B4BE-41EC-B619-AAF8587DC200}"/>
          </ac:spMkLst>
        </pc:spChg>
        <pc:spChg chg="add mod">
          <ac:chgData name="MikeandJill West" userId="0caeac936585bbb7" providerId="LiveId" clId="{E85A4B94-210E-476A-AC6D-214DE9CDFF58}" dt="2020-02-17T19:51:20.215" v="288" actId="1035"/>
          <ac:spMkLst>
            <pc:docMk/>
            <pc:sldMk cId="2407636333" sldId="417"/>
            <ac:spMk id="11" creationId="{B447F5C5-2E01-4D08-AE65-FE22161D7F80}"/>
          </ac:spMkLst>
        </pc:spChg>
        <pc:spChg chg="add mod">
          <ac:chgData name="MikeandJill West" userId="0caeac936585bbb7" providerId="LiveId" clId="{E85A4B94-210E-476A-AC6D-214DE9CDFF58}" dt="2020-02-17T20:01:40.547" v="352" actId="1036"/>
          <ac:spMkLst>
            <pc:docMk/>
            <pc:sldMk cId="2407636333" sldId="417"/>
            <ac:spMk id="12" creationId="{8E6D6586-C9B7-4A5B-8EFC-3020FDA55F96}"/>
          </ac:spMkLst>
        </pc:spChg>
        <pc:spChg chg="mod">
          <ac:chgData name="MikeandJill West" userId="0caeac936585bbb7" providerId="LiveId" clId="{E85A4B94-210E-476A-AC6D-214DE9CDFF58}" dt="2020-02-17T20:41:44.973" v="2396" actId="20577"/>
          <ac:spMkLst>
            <pc:docMk/>
            <pc:sldMk cId="2407636333" sldId="417"/>
            <ac:spMk id="13" creationId="{E3BA89B4-649D-4E92-988D-AA6F0320F35C}"/>
          </ac:spMkLst>
        </pc:spChg>
        <pc:spChg chg="mod">
          <ac:chgData name="MikeandJill West" userId="0caeac936585bbb7" providerId="LiveId" clId="{E85A4B94-210E-476A-AC6D-214DE9CDFF58}" dt="2020-02-17T20:01:33.629" v="345" actId="14100"/>
          <ac:spMkLst>
            <pc:docMk/>
            <pc:sldMk cId="2407636333" sldId="417"/>
            <ac:spMk id="14" creationId="{1B0F116D-BBFA-425F-8167-056B597CF15D}"/>
          </ac:spMkLst>
        </pc:spChg>
      </pc:sldChg>
      <pc:sldChg chg="modSp">
        <pc:chgData name="MikeandJill West" userId="0caeac936585bbb7" providerId="LiveId" clId="{E85A4B94-210E-476A-AC6D-214DE9CDFF58}" dt="2020-02-17T20:45:40.973" v="2489"/>
        <pc:sldMkLst>
          <pc:docMk/>
          <pc:sldMk cId="1297441322" sldId="418"/>
        </pc:sldMkLst>
        <pc:spChg chg="mod">
          <ac:chgData name="MikeandJill West" userId="0caeac936585bbb7" providerId="LiveId" clId="{E85A4B94-210E-476A-AC6D-214DE9CDFF58}" dt="2020-02-17T20:01:11.660" v="332" actId="14100"/>
          <ac:spMkLst>
            <pc:docMk/>
            <pc:sldMk cId="1297441322" sldId="418"/>
            <ac:spMk id="3" creationId="{0F2E6701-8461-4315-B0D9-01D2E60020B4}"/>
          </ac:spMkLst>
        </pc:spChg>
        <pc:spChg chg="mod">
          <ac:chgData name="MikeandJill West" userId="0caeac936585bbb7" providerId="LiveId" clId="{E85A4B94-210E-476A-AC6D-214DE9CDFF58}" dt="2020-02-17T20:45:40.973" v="2489"/>
          <ac:spMkLst>
            <pc:docMk/>
            <pc:sldMk cId="1297441322" sldId="418"/>
            <ac:spMk id="9" creationId="{319413F0-960A-4F17-8B54-89766FC900E8}"/>
          </ac:spMkLst>
        </pc:spChg>
        <pc:spChg chg="mod">
          <ac:chgData name="MikeandJill West" userId="0caeac936585bbb7" providerId="LiveId" clId="{E85A4B94-210E-476A-AC6D-214DE9CDFF58}" dt="2020-02-17T20:45:18.702" v="2486" actId="20577"/>
          <ac:spMkLst>
            <pc:docMk/>
            <pc:sldMk cId="1297441322" sldId="418"/>
            <ac:spMk id="10" creationId="{C55BEB83-AE2D-4663-9DF6-91B31A16BD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1BD8D-81E0-4609-95C1-C5E52215248B}" type="datetimeFigureOut">
              <a:rPr lang="en-US" smtClean="0"/>
              <a:t>2/17/2020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765AC3-438A-4013-8C8E-9694FF729E71}" type="slidenum">
              <a:rPr lang="en-US" smtClean="0"/>
              <a:t>‹#›</a:t>
            </a:fld>
            <a:endParaRPr lang="en-US"/>
          </a:p>
        </p:txBody>
      </p:sp>
    </p:spTree>
    <p:extLst>
      <p:ext uri="{BB962C8B-B14F-4D97-AF65-F5344CB8AC3E}">
        <p14:creationId xmlns:p14="http://schemas.microsoft.com/office/powerpoint/2010/main" val="1751210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28850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547479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2877310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2499793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1820760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294959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3076342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765AC3-438A-4013-8C8E-9694FF729E71}" type="slidenum">
              <a:rPr lang="en-US" smtClean="0"/>
              <a:t>14</a:t>
            </a:fld>
            <a:endParaRPr lang="en-US"/>
          </a:p>
        </p:txBody>
      </p:sp>
    </p:spTree>
    <p:extLst>
      <p:ext uri="{BB962C8B-B14F-4D97-AF65-F5344CB8AC3E}">
        <p14:creationId xmlns:p14="http://schemas.microsoft.com/office/powerpoint/2010/main" val="899806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765AC3-438A-4013-8C8E-9694FF729E71}" type="slidenum">
              <a:rPr lang="en-US" smtClean="0"/>
              <a:t>15</a:t>
            </a:fld>
            <a:endParaRPr lang="en-US"/>
          </a:p>
        </p:txBody>
      </p:sp>
    </p:spTree>
    <p:extLst>
      <p:ext uri="{BB962C8B-B14F-4D97-AF65-F5344CB8AC3E}">
        <p14:creationId xmlns:p14="http://schemas.microsoft.com/office/powerpoint/2010/main" val="1483085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765AC3-438A-4013-8C8E-9694FF729E71}" type="slidenum">
              <a:rPr lang="en-US" smtClean="0"/>
              <a:t>16</a:t>
            </a:fld>
            <a:endParaRPr lang="en-US"/>
          </a:p>
        </p:txBody>
      </p:sp>
    </p:spTree>
    <p:extLst>
      <p:ext uri="{BB962C8B-B14F-4D97-AF65-F5344CB8AC3E}">
        <p14:creationId xmlns:p14="http://schemas.microsoft.com/office/powerpoint/2010/main" val="2902033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19859773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697996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361186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B8DA-0067-4214-8A76-C8E85458A7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C85892-68C3-4CBB-ACE7-69D270906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BA571E-CF7C-4B8F-9787-7AFD5574B22A}"/>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5" name="Footer Placeholder 4">
            <a:extLst>
              <a:ext uri="{FF2B5EF4-FFF2-40B4-BE49-F238E27FC236}">
                <a16:creationId xmlns:a16="http://schemas.microsoft.com/office/drawing/2014/main" id="{67DDA9B6-D43C-438E-BAAF-C83DD83A57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6BE8D-A929-44D4-875E-CA462CD56BF2}"/>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991482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7762-6575-4E6F-94EB-5877C04A9D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F5704-3C06-4A5C-B16E-AA7332BC57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D194A3-9815-4F78-BFC5-C083B9F8E590}"/>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5" name="Footer Placeholder 4">
            <a:extLst>
              <a:ext uri="{FF2B5EF4-FFF2-40B4-BE49-F238E27FC236}">
                <a16:creationId xmlns:a16="http://schemas.microsoft.com/office/drawing/2014/main" id="{000D5DDF-4AB3-46C7-A537-1E22C22BC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D086FB-9CED-4484-A751-A4DF609790C6}"/>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2528955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7DEC-2DE4-4675-8617-650B031EA7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3E3DCD-E993-46D4-9CAE-E8B6162252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7E64943-F8C9-4A59-891D-B045C08BB0B0}"/>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5" name="Footer Placeholder 4">
            <a:extLst>
              <a:ext uri="{FF2B5EF4-FFF2-40B4-BE49-F238E27FC236}">
                <a16:creationId xmlns:a16="http://schemas.microsoft.com/office/drawing/2014/main" id="{CED39CEA-6078-4613-A599-75816B0BD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3FE69F-B267-46DD-8DC9-ED9311B203D1}"/>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10595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C3C1-E78A-4501-A725-5C6B038D0F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D8749-1933-4561-B696-D8971677274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F61EB1-EACA-4AE3-902B-87B3F8F04E0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3A58CC-0024-49C4-AEA7-44924DFA4B15}"/>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6" name="Footer Placeholder 5">
            <a:extLst>
              <a:ext uri="{FF2B5EF4-FFF2-40B4-BE49-F238E27FC236}">
                <a16:creationId xmlns:a16="http://schemas.microsoft.com/office/drawing/2014/main" id="{7D8A98F4-3A65-4E61-81BD-7750345EAF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413B7B-F059-4E7F-9B0C-2BDC0B024128}"/>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06212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ADD9C-E0CE-40D4-88D2-F451A6CA2D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B8A3BD-8898-44CE-8F6C-B7314C6D1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94D919-6B6B-47E5-B36A-873F6865D4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6A7586-F4B7-450C-81E1-FAA3E46B26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3EC58CE-BC7D-4C20-A075-0728E81A26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05AADA-15CE-4C70-A1A9-CBB18307E8E8}"/>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8" name="Footer Placeholder 7">
            <a:extLst>
              <a:ext uri="{FF2B5EF4-FFF2-40B4-BE49-F238E27FC236}">
                <a16:creationId xmlns:a16="http://schemas.microsoft.com/office/drawing/2014/main" id="{E6AEFFC6-47B9-4F2D-A8B6-DBE9C7E592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66B6B4-1CF3-4A98-95F2-D1C72A1D4352}"/>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78123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9DD9-3A0B-4E8D-A1A1-4CEEADEC12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55650D-1492-4E38-9BD8-F54D598A021C}"/>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4" name="Footer Placeholder 3">
            <a:extLst>
              <a:ext uri="{FF2B5EF4-FFF2-40B4-BE49-F238E27FC236}">
                <a16:creationId xmlns:a16="http://schemas.microsoft.com/office/drawing/2014/main" id="{DC4216C7-35AF-4547-A128-33548351B1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910308-078F-4EC2-B0E4-08034D12FDCA}"/>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4264549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FF7612-B810-40A0-B69C-BB9478BA3EFF}"/>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3" name="Footer Placeholder 2">
            <a:extLst>
              <a:ext uri="{FF2B5EF4-FFF2-40B4-BE49-F238E27FC236}">
                <a16:creationId xmlns:a16="http://schemas.microsoft.com/office/drawing/2014/main" id="{0C19D18E-B9A4-4484-B444-F49F2B07EE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DD3A5D-A55E-4DB2-BBB8-4997700A65FB}"/>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3113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400-6E6D-4710-A674-1A26054B1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F013B8-8995-41F1-8CA0-7CBD6776C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9E9D55-3CBD-41F6-B4AF-ADE9A66DA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B43C7E3-4C12-4668-B214-AA95BF8EED5E}"/>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6" name="Footer Placeholder 5">
            <a:extLst>
              <a:ext uri="{FF2B5EF4-FFF2-40B4-BE49-F238E27FC236}">
                <a16:creationId xmlns:a16="http://schemas.microsoft.com/office/drawing/2014/main" id="{372DC0BF-084D-438A-A6BF-2D87C2E07C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B04C70-C4A3-4A6E-BA7D-9A24B573BFF2}"/>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95649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829F-BC17-4462-8FEB-C026A4486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628BBC-129A-4A64-B808-748780B79D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30E7A6-0BC0-419D-83C4-8E736B60A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DA9284-23CF-45C8-AAC8-81F3927A220D}"/>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6" name="Footer Placeholder 5">
            <a:extLst>
              <a:ext uri="{FF2B5EF4-FFF2-40B4-BE49-F238E27FC236}">
                <a16:creationId xmlns:a16="http://schemas.microsoft.com/office/drawing/2014/main" id="{EC251A9B-48D3-4D0E-9A3B-41A27C99A3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C20A9A-35BF-45E3-BAF4-BDD0AD3959AE}"/>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2603405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F2D4-C767-4BCC-8274-5DF97AFC67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692D6-3175-473F-BF97-FC43859AC0E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CA825-EDF4-46D6-B982-B44C0FDBD36C}"/>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5" name="Footer Placeholder 4">
            <a:extLst>
              <a:ext uri="{FF2B5EF4-FFF2-40B4-BE49-F238E27FC236}">
                <a16:creationId xmlns:a16="http://schemas.microsoft.com/office/drawing/2014/main" id="{462C027B-0833-4741-8E25-8C12DC454A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10D7A-6D20-444F-8634-78808129DCF3}"/>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832989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1763D5-4921-4BE9-923B-C4FC18356E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4FAB31-265A-4C74-912E-6D31BC85EE4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0E0C6-D65C-4FF7-8A1B-41A66A0606C6}"/>
              </a:ext>
            </a:extLst>
          </p:cNvPr>
          <p:cNvSpPr>
            <a:spLocks noGrp="1"/>
          </p:cNvSpPr>
          <p:nvPr>
            <p:ph type="dt" sz="half" idx="10"/>
          </p:nvPr>
        </p:nvSpPr>
        <p:spPr/>
        <p:txBody>
          <a:bodyPr/>
          <a:lstStyle/>
          <a:p>
            <a:fld id="{5AC2980B-8F39-4A20-804C-37BF331A0958}" type="datetimeFigureOut">
              <a:rPr lang="en-US" smtClean="0"/>
              <a:t>2/17/2020</a:t>
            </a:fld>
            <a:endParaRPr lang="en-US"/>
          </a:p>
        </p:txBody>
      </p:sp>
      <p:sp>
        <p:nvSpPr>
          <p:cNvPr id="5" name="Footer Placeholder 4">
            <a:extLst>
              <a:ext uri="{FF2B5EF4-FFF2-40B4-BE49-F238E27FC236}">
                <a16:creationId xmlns:a16="http://schemas.microsoft.com/office/drawing/2014/main" id="{AC5F3AF1-7DFB-41FD-8877-5A8B60E87C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35E4A-1829-4C94-B818-136FE3E96059}"/>
              </a:ext>
            </a:extLst>
          </p:cNvPr>
          <p:cNvSpPr>
            <a:spLocks noGrp="1"/>
          </p:cNvSpPr>
          <p:nvPr>
            <p:ph type="sldNum" sz="quarter" idx="12"/>
          </p:nvPr>
        </p:nvSpPr>
        <p:spPr/>
        <p:txBody>
          <a:bodyPr/>
          <a:lstStyle/>
          <a:p>
            <a:fld id="{F5CCE250-622A-4A81-8ABB-8F0DCB3D860B}" type="slidenum">
              <a:rPr lang="en-US" smtClean="0"/>
              <a:t>‹#›</a:t>
            </a:fld>
            <a:endParaRPr lang="en-US"/>
          </a:p>
        </p:txBody>
      </p:sp>
    </p:spTree>
    <p:extLst>
      <p:ext uri="{BB962C8B-B14F-4D97-AF65-F5344CB8AC3E}">
        <p14:creationId xmlns:p14="http://schemas.microsoft.com/office/powerpoint/2010/main" val="3523520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1347561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747160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5DA4A-63ED-4520-8FB8-2F27800C20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66DC2A-6507-4DEC-8403-DC16A25A0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7EEE8-E68E-4D97-BC39-CF5F9FF43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2980B-8F39-4A20-804C-37BF331A0958}" type="datetimeFigureOut">
              <a:rPr lang="en-US" smtClean="0"/>
              <a:t>2/17/2020</a:t>
            </a:fld>
            <a:endParaRPr lang="en-US"/>
          </a:p>
        </p:txBody>
      </p:sp>
      <p:sp>
        <p:nvSpPr>
          <p:cNvPr id="5" name="Footer Placeholder 4">
            <a:extLst>
              <a:ext uri="{FF2B5EF4-FFF2-40B4-BE49-F238E27FC236}">
                <a16:creationId xmlns:a16="http://schemas.microsoft.com/office/drawing/2014/main" id="{1AB59C45-A2C2-4C51-BD9F-A37DF95B0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D96C03-4524-4484-80D1-7E49E51C2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CE250-622A-4A81-8ABB-8F0DCB3D860B}" type="slidenum">
              <a:rPr lang="en-US" smtClean="0"/>
              <a:t>‹#›</a:t>
            </a:fld>
            <a:endParaRPr lang="en-US"/>
          </a:p>
        </p:txBody>
      </p:sp>
    </p:spTree>
    <p:extLst>
      <p:ext uri="{BB962C8B-B14F-4D97-AF65-F5344CB8AC3E}">
        <p14:creationId xmlns:p14="http://schemas.microsoft.com/office/powerpoint/2010/main" val="1522383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6.xml"/><Relationship Id="rId5" Type="http://schemas.openxmlformats.org/officeDocument/2006/relationships/slide" Target="slide7.xml"/><Relationship Id="rId4" Type="http://schemas.openxmlformats.org/officeDocument/2006/relationships/slide" Target="slide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slide" Target="slide8.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slide" Target="slide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slide" Target="slide19.xml"/></Relationships>
</file>

<file path=ppt/slides/_rels/slide9.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1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1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1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slide" Target="slide20.xml"/></Relationships>
</file>

<file path=ppt/slides/_rels/slide1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slide" Target="slide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slide" Target="slide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CF5717-3CF5-483F-B4DA-3314175C65F1}"/>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10" name="Rectangle 9">
            <a:extLst>
              <a:ext uri="{FF2B5EF4-FFF2-40B4-BE49-F238E27FC236}">
                <a16:creationId xmlns:a16="http://schemas.microsoft.com/office/drawing/2014/main" id="{A83A217E-0A71-468B-A2C7-BFF479B84B31}"/>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6A929D-7ED3-4758-A6B8-4AAD4FCA7FAF}"/>
              </a:ext>
            </a:extLst>
          </p:cNvPr>
          <p:cNvSpPr>
            <a:spLocks noGrp="1"/>
          </p:cNvSpPr>
          <p:nvPr>
            <p:ph type="ctrTitle"/>
          </p:nvPr>
        </p:nvSpPr>
        <p:spPr>
          <a:xfrm>
            <a:off x="748431" y="854599"/>
            <a:ext cx="10695137" cy="1110130"/>
          </a:xfrm>
        </p:spPr>
        <p:txBody>
          <a:bodyPr>
            <a:normAutofit/>
          </a:bodyPr>
          <a:lstStyle/>
          <a:p>
            <a:r>
              <a:rPr lang="en-US" dirty="0"/>
              <a:t>The DNA of Marketing a Webinar</a:t>
            </a:r>
          </a:p>
        </p:txBody>
      </p:sp>
      <p:sp>
        <p:nvSpPr>
          <p:cNvPr id="11" name="Content Placeholder 3">
            <a:extLst>
              <a:ext uri="{FF2B5EF4-FFF2-40B4-BE49-F238E27FC236}">
                <a16:creationId xmlns:a16="http://schemas.microsoft.com/office/drawing/2014/main" id="{36D1C359-45C4-46B0-91C6-07D5F3A27A86}"/>
              </a:ext>
            </a:extLst>
          </p:cNvPr>
          <p:cNvSpPr txBox="1">
            <a:spLocks/>
          </p:cNvSpPr>
          <p:nvPr/>
        </p:nvSpPr>
        <p:spPr>
          <a:xfrm>
            <a:off x="1085376" y="2359743"/>
            <a:ext cx="10605179" cy="3743878"/>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cs typeface="Titillium WebSemiBold"/>
              </a:rPr>
              <a:t>Module 11</a:t>
            </a:r>
            <a:r>
              <a:rPr lang="en-US" sz="2400" dirty="0">
                <a:solidFill>
                  <a:schemeClr val="tx1"/>
                </a:solidFill>
                <a:latin typeface="+mj-lt"/>
                <a:cs typeface="Titillium WebSemiBold"/>
              </a:rPr>
              <a:t>: Digital Communication</a:t>
            </a:r>
          </a:p>
          <a:p>
            <a:pPr marL="0" indent="0">
              <a:buNone/>
            </a:pPr>
            <a:r>
              <a:rPr lang="en-US" sz="2400" b="1" dirty="0">
                <a:solidFill>
                  <a:schemeClr val="tx1"/>
                </a:solidFill>
                <a:latin typeface="+mj-lt"/>
                <a:cs typeface="Calibri Light"/>
              </a:rPr>
              <a:t>Lesson objective 11.3</a:t>
            </a:r>
            <a:r>
              <a:rPr lang="en-US" sz="2400" dirty="0">
                <a:solidFill>
                  <a:schemeClr val="tx1"/>
                </a:solidFill>
                <a:latin typeface="+mj-lt"/>
                <a:cs typeface="Calibri Light"/>
              </a:rPr>
              <a:t>: Demonstrate familiarity with using and creating multiple types of digital communication.</a:t>
            </a:r>
          </a:p>
          <a:p>
            <a:pPr marL="0" indent="0">
              <a:buNone/>
            </a:pPr>
            <a:r>
              <a:rPr lang="en-US" sz="2400" b="1" i="1" dirty="0">
                <a:solidFill>
                  <a:schemeClr val="tx1"/>
                </a:solidFill>
                <a:latin typeface="+mj-lt"/>
                <a:cs typeface="Calibri Light"/>
              </a:rPr>
              <a:t>Learning objectives:</a:t>
            </a:r>
            <a:endParaRPr lang="en-US" sz="2400" i="1" dirty="0">
              <a:solidFill>
                <a:schemeClr val="tx1"/>
              </a:solidFill>
              <a:latin typeface="+mj-lt"/>
              <a:cs typeface="Calibri Light"/>
            </a:endParaRPr>
          </a:p>
          <a:p>
            <a:pPr marL="0" indent="0">
              <a:buNone/>
            </a:pPr>
            <a:r>
              <a:rPr lang="en-US" sz="2400" dirty="0">
                <a:solidFill>
                  <a:schemeClr val="tx1"/>
                </a:solidFill>
                <a:latin typeface="+mj-lt"/>
                <a:cs typeface="Calibri Light"/>
              </a:rPr>
              <a:t>1.2.1 Use technology in daily life.</a:t>
            </a:r>
          </a:p>
          <a:p>
            <a:pPr marL="0" indent="0">
              <a:buNone/>
            </a:pPr>
            <a:r>
              <a:rPr lang="en-US" sz="2400" dirty="0">
                <a:solidFill>
                  <a:schemeClr val="tx1"/>
                </a:solidFill>
                <a:latin typeface="+mj-lt"/>
                <a:cs typeface="Calibri Light"/>
              </a:rPr>
              <a:t>1.2.2 Use technology to enhance productivity and learning.</a:t>
            </a:r>
          </a:p>
          <a:p>
            <a:pPr marL="0" indent="0">
              <a:buNone/>
            </a:pPr>
            <a:endParaRPr lang="en-US" sz="2400" b="1" dirty="0">
              <a:solidFill>
                <a:schemeClr val="tx1"/>
              </a:solidFill>
              <a:latin typeface="+mj-lt"/>
              <a:cs typeface="Calibri Light"/>
            </a:endParaRPr>
          </a:p>
          <a:p>
            <a:pPr marL="0" indent="0">
              <a:buNone/>
            </a:pPr>
            <a:r>
              <a:rPr lang="en-US" sz="2050" dirty="0">
                <a:solidFill>
                  <a:schemeClr val="tx1"/>
                </a:solidFill>
                <a:latin typeface="+mj-lt"/>
                <a:cs typeface="Calibri Light"/>
              </a:rPr>
              <a:t> </a:t>
            </a:r>
          </a:p>
        </p:txBody>
      </p:sp>
    </p:spTree>
    <p:extLst>
      <p:ext uri="{BB962C8B-B14F-4D97-AF65-F5344CB8AC3E}">
        <p14:creationId xmlns:p14="http://schemas.microsoft.com/office/powerpoint/2010/main" val="3756210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2A247D-85A3-432D-A074-B6F588CED28B}"/>
              </a:ext>
            </a:extLst>
          </p:cNvPr>
          <p:cNvSpPr>
            <a:spLocks noGrp="1"/>
          </p:cNvSpPr>
          <p:nvPr>
            <p:ph type="title"/>
          </p:nvPr>
        </p:nvSpPr>
        <p:spPr/>
        <p:txBody>
          <a:bodyPr/>
          <a:lstStyle/>
          <a:p>
            <a:r>
              <a:rPr lang="en-US" dirty="0"/>
              <a:t>The DNA of Marketing a Webinar</a:t>
            </a:r>
          </a:p>
        </p:txBody>
      </p:sp>
      <p:sp>
        <p:nvSpPr>
          <p:cNvPr id="99" name="Text Placeholder 5">
            <a:extLst>
              <a:ext uri="{FF2B5EF4-FFF2-40B4-BE49-F238E27FC236}">
                <a16:creationId xmlns:a16="http://schemas.microsoft.com/office/drawing/2014/main" id="{717FB03E-6EA4-436B-A5DF-8CA92FED9811}"/>
              </a:ext>
            </a:extLst>
          </p:cNvPr>
          <p:cNvSpPr txBox="1">
            <a:spLocks/>
          </p:cNvSpPr>
          <p:nvPr/>
        </p:nvSpPr>
        <p:spPr>
          <a:xfrm>
            <a:off x="790835" y="1590650"/>
            <a:ext cx="10988209" cy="4819431"/>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strategically use social media to reach customers</a:t>
            </a:r>
          </a:p>
          <a:p>
            <a:pPr>
              <a:buNone/>
            </a:pPr>
            <a:r>
              <a:rPr lang="en-US" dirty="0">
                <a:solidFill>
                  <a:schemeClr val="tx2"/>
                </a:solidFill>
              </a:rPr>
              <a:t>•	How to create an email campaign</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practice working with different ways of finding information. At each step, think carefully about which way would be best to search for information and how to customize your search to obtain meaningful results.</a:t>
            </a:r>
          </a:p>
          <a:p>
            <a:pPr>
              <a:buFont typeface="Wingdings" panose="05000000000000000000" pitchFamily="2" charset="2"/>
              <a:buChar char="ü"/>
            </a:pPr>
            <a:r>
              <a:rPr lang="en-US" dirty="0">
                <a:solidFill>
                  <a:schemeClr val="tx2"/>
                </a:solidFill>
              </a:rPr>
              <a:t>Keep your target audience in mind as you make decisions about how to market your new product.</a:t>
            </a:r>
          </a:p>
          <a:p>
            <a:pPr>
              <a:buFont typeface="Wingdings" panose="05000000000000000000" pitchFamily="2" charset="2"/>
              <a:buChar char="ü"/>
            </a:pPr>
            <a:r>
              <a:rPr lang="en-US" dirty="0">
                <a:solidFill>
                  <a:schemeClr val="tx2"/>
                </a:solidFill>
              </a:rPr>
              <a:t>Use modern marketing techniques that take advantage of what social media has to offer.</a:t>
            </a:r>
          </a:p>
          <a:p>
            <a:pPr>
              <a:buFont typeface="Wingdings" panose="05000000000000000000" pitchFamily="2" charset="2"/>
              <a:buChar char="ü"/>
            </a:pPr>
            <a:r>
              <a:rPr lang="en-US" dirty="0">
                <a:solidFill>
                  <a:schemeClr val="tx2"/>
                </a:solidFill>
              </a:rPr>
              <a:t>Remember to protect the privacy of your customers.</a:t>
            </a:r>
            <a:endParaRPr lang="en-JM" dirty="0">
              <a:solidFill>
                <a:schemeClr val="tx2"/>
              </a:solidFill>
            </a:endParaRPr>
          </a:p>
        </p:txBody>
      </p:sp>
    </p:spTree>
    <p:custDataLst>
      <p:tags r:id="rId1"/>
    </p:custDataLst>
    <p:extLst>
      <p:ext uri="{BB962C8B-B14F-4D97-AF65-F5344CB8AC3E}">
        <p14:creationId xmlns:p14="http://schemas.microsoft.com/office/powerpoint/2010/main" val="2374823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1185D-0285-4C9D-8544-02C370D1F1FF}"/>
              </a:ext>
            </a:extLst>
          </p:cNvPr>
          <p:cNvSpPr txBox="1"/>
          <p:nvPr/>
        </p:nvSpPr>
        <p:spPr>
          <a:xfrm>
            <a:off x="795113" y="732335"/>
            <a:ext cx="11073426" cy="5435200"/>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work at an innovative tech company that is at the forefront of drone technology. You are working on the marketing team and must leverage digital marketing to get the word out about the company’s latest products. </a:t>
            </a:r>
          </a:p>
          <a:p>
            <a:endParaRPr lang="en-US" dirty="0"/>
          </a:p>
          <a:p>
            <a:r>
              <a:rPr lang="en-US" dirty="0"/>
              <a:t>You have identified the following goals:</a:t>
            </a:r>
          </a:p>
          <a:p>
            <a:pPr marL="342900" indent="-342900">
              <a:buFont typeface="Arial" panose="020B0604020202020204" pitchFamily="34" charset="0"/>
              <a:buChar char="•"/>
            </a:pPr>
            <a:r>
              <a:rPr lang="en-US" dirty="0"/>
              <a:t>Get people to sign up for a webinar to announce the product.</a:t>
            </a:r>
          </a:p>
          <a:p>
            <a:pPr marL="342900" indent="-342900">
              <a:buFont typeface="Arial" panose="020B0604020202020204" pitchFamily="34" charset="0"/>
              <a:buChar char="•"/>
            </a:pPr>
            <a:r>
              <a:rPr lang="en-US" dirty="0"/>
              <a:t>Use digital communications to make current customers aware of a new product</a:t>
            </a:r>
          </a:p>
          <a:p>
            <a:pPr marL="342900" indent="-342900">
              <a:buFont typeface="Arial" panose="020B0604020202020204" pitchFamily="34" charset="0"/>
              <a:buChar char="•"/>
            </a:pPr>
            <a:r>
              <a:rPr lang="en-US" dirty="0"/>
              <a:t>Grow your customer base by using social media strategically.</a:t>
            </a:r>
          </a:p>
          <a:p>
            <a:endParaRPr lang="en-US" dirty="0"/>
          </a:p>
          <a:p>
            <a:r>
              <a:rPr lang="en-US" dirty="0"/>
              <a:t>Your company already has accounts on many platforms, including Twitter and Facebook. You will explore how best to use these platforms, as well as discover other ways you can use digital media in marketing.</a:t>
            </a:r>
          </a:p>
          <a:p>
            <a:endParaRPr lang="en-US" dirty="0"/>
          </a:p>
          <a:p>
            <a:endParaRPr lang="en-US" dirty="0"/>
          </a:p>
          <a:p>
            <a:endParaRPr lang="en-US" dirty="0"/>
          </a:p>
          <a:p>
            <a:r>
              <a:rPr lang="en-US" dirty="0">
                <a:hlinkClick r:id="rId4" action="ppaction://hlinksldjump"/>
              </a:rPr>
              <a:t>Continue</a:t>
            </a:r>
            <a:endParaRPr lang="en-US" dirty="0"/>
          </a:p>
          <a:p>
            <a:endParaRPr lang="en-US" dirty="0"/>
          </a:p>
        </p:txBody>
      </p:sp>
      <p:sp>
        <p:nvSpPr>
          <p:cNvPr id="7" name="Title 1">
            <a:extLst>
              <a:ext uri="{FF2B5EF4-FFF2-40B4-BE49-F238E27FC236}">
                <a16:creationId xmlns:a16="http://schemas.microsoft.com/office/drawing/2014/main" id="{A2C89F63-CDE9-4A49-8FF8-9D00136E3988}"/>
              </a:ext>
            </a:extLst>
          </p:cNvPr>
          <p:cNvSpPr txBox="1">
            <a:spLocks/>
          </p:cNvSpPr>
          <p:nvPr/>
        </p:nvSpPr>
        <p:spPr>
          <a:xfrm>
            <a:off x="795113" y="5074"/>
            <a:ext cx="10412618" cy="50556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698"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98" b="0" i="0" u="none" strike="noStrike" kern="1200" cap="none" spc="0" normalizeH="0" baseline="0" noProof="0">
                <a:ln>
                  <a:noFill/>
                </a:ln>
                <a:solidFill>
                  <a:srgbClr val="44546A"/>
                </a:solidFill>
                <a:effectLst/>
                <a:uLnTx/>
                <a:uFillTx/>
                <a:latin typeface="Calibri Light" panose="020F0302020204030204"/>
                <a:ea typeface="+mj-ea"/>
                <a:cs typeface="+mj-cs"/>
              </a:rPr>
              <a:t>Introduction</a:t>
            </a:r>
            <a:endParaRPr kumimoji="0" lang="en-US" sz="3698" b="0" i="0" u="none" strike="noStrike" kern="1200" cap="none" spc="0" normalizeH="0" baseline="0" noProof="0" dirty="0">
              <a:ln>
                <a:noFill/>
              </a:ln>
              <a:solidFill>
                <a:srgbClr val="44546A"/>
              </a:solidFill>
              <a:effectLst/>
              <a:uLnTx/>
              <a:uFillTx/>
              <a:latin typeface="Calibri Light" panose="020F0302020204030204"/>
              <a:ea typeface="+mj-ea"/>
              <a:cs typeface="+mj-cs"/>
            </a:endParaRPr>
          </a:p>
        </p:txBody>
      </p:sp>
    </p:spTree>
    <p:custDataLst>
      <p:tags r:id="rId1"/>
    </p:custDataLst>
    <p:extLst>
      <p:ext uri="{BB962C8B-B14F-4D97-AF65-F5344CB8AC3E}">
        <p14:creationId xmlns:p14="http://schemas.microsoft.com/office/powerpoint/2010/main" val="361845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1185D-0285-4C9D-8544-02C370D1F1FF}"/>
              </a:ext>
            </a:extLst>
          </p:cNvPr>
          <p:cNvSpPr txBox="1"/>
          <p:nvPr/>
        </p:nvSpPr>
        <p:spPr>
          <a:xfrm>
            <a:off x="795112" y="604524"/>
            <a:ext cx="11328061" cy="203132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need to create a marketing strategy to advertise an upcoming webinar that will be used to debut a new product—an underwater drone with a 4K camera. You are familiar with the marketing “rule of seven,” which states that people need to be exposed to a message seven times before they take action. </a:t>
            </a:r>
          </a:p>
          <a:p>
            <a:endParaRPr lang="en-US" dirty="0"/>
          </a:p>
          <a:p>
            <a:r>
              <a:rPr lang="en-US" dirty="0"/>
              <a:t>The budget isn’t large, so you need to be creative. Your customers tend to be tech savvy. How can you get the right customers to see the webinar?</a:t>
            </a:r>
          </a:p>
          <a:p>
            <a:endParaRPr lang="en-US" dirty="0"/>
          </a:p>
        </p:txBody>
      </p:sp>
      <p:sp>
        <p:nvSpPr>
          <p:cNvPr id="4" name="TextBox 3">
            <a:extLst>
              <a:ext uri="{FF2B5EF4-FFF2-40B4-BE49-F238E27FC236}">
                <a16:creationId xmlns:a16="http://schemas.microsoft.com/office/drawing/2014/main" id="{2A92ACDC-E389-4AD9-9F21-40E75173D057}"/>
              </a:ext>
            </a:extLst>
          </p:cNvPr>
          <p:cNvSpPr txBox="1"/>
          <p:nvPr/>
        </p:nvSpPr>
        <p:spPr>
          <a:xfrm>
            <a:off x="795112"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Level1_Decision1</a:t>
            </a:r>
          </a:p>
        </p:txBody>
      </p:sp>
      <p:sp>
        <p:nvSpPr>
          <p:cNvPr id="6" name="TextBox 5">
            <a:extLst>
              <a:ext uri="{FF2B5EF4-FFF2-40B4-BE49-F238E27FC236}">
                <a16:creationId xmlns:a16="http://schemas.microsoft.com/office/drawing/2014/main" id="{8D959939-681A-4BBD-8AEC-38FC21D386C7}"/>
              </a:ext>
            </a:extLst>
          </p:cNvPr>
          <p:cNvSpPr txBox="1"/>
          <p:nvPr/>
        </p:nvSpPr>
        <p:spPr>
          <a:xfrm>
            <a:off x="795113" y="4982466"/>
            <a:ext cx="10412616"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rgbClr val="C00000"/>
                </a:solidFill>
              </a:rPr>
              <a:t>Explanation:</a:t>
            </a:r>
          </a:p>
          <a:p>
            <a:r>
              <a:rPr lang="en-US" dirty="0">
                <a:solidFill>
                  <a:srgbClr val="C00000"/>
                </a:solidFill>
              </a:rPr>
              <a:t>A tech savvy market will be more reachable through digital platforms than through traditional marketing options.</a:t>
            </a:r>
          </a:p>
        </p:txBody>
      </p:sp>
      <p:sp>
        <p:nvSpPr>
          <p:cNvPr id="7" name="TextBox 6">
            <a:extLst>
              <a:ext uri="{FF2B5EF4-FFF2-40B4-BE49-F238E27FC236}">
                <a16:creationId xmlns:a16="http://schemas.microsoft.com/office/drawing/2014/main" id="{3F5251C9-536F-44E8-A3C0-0D19CF07F1CC}"/>
              </a:ext>
            </a:extLst>
          </p:cNvPr>
          <p:cNvSpPr txBox="1"/>
          <p:nvPr/>
        </p:nvSpPr>
        <p:spPr>
          <a:xfrm>
            <a:off x="795113" y="6138869"/>
            <a:ext cx="10433329"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marketing strategy.</a:t>
            </a:r>
          </a:p>
        </p:txBody>
      </p:sp>
      <p:sp>
        <p:nvSpPr>
          <p:cNvPr id="8" name="TextBox 7">
            <a:extLst>
              <a:ext uri="{FF2B5EF4-FFF2-40B4-BE49-F238E27FC236}">
                <a16:creationId xmlns:a16="http://schemas.microsoft.com/office/drawing/2014/main" id="{CDF911CF-8772-47EA-86E0-F0AEC3D33E58}"/>
              </a:ext>
            </a:extLst>
          </p:cNvPr>
          <p:cNvSpPr txBox="1"/>
          <p:nvPr/>
        </p:nvSpPr>
        <p:spPr>
          <a:xfrm>
            <a:off x="1553496" y="2828835"/>
            <a:ext cx="10638504" cy="197746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4" action="ppaction://hlinksldjump"/>
              </a:rPr>
              <a:t>Research which digital platforms you can use to reach a wide audience. </a:t>
            </a:r>
            <a:r>
              <a:rPr lang="en-US" dirty="0"/>
              <a:t>[Level1_Decision1_OptionA]</a:t>
            </a:r>
          </a:p>
          <a:p>
            <a:endParaRPr lang="en-US" dirty="0"/>
          </a:p>
          <a:p>
            <a:r>
              <a:rPr lang="en-US" dirty="0">
                <a:hlinkClick r:id="rId5" action="ppaction://hlinksldjump"/>
              </a:rPr>
              <a:t>Look into traditional marketing options that have been around for a long time. </a:t>
            </a:r>
            <a:r>
              <a:rPr lang="en-US" dirty="0"/>
              <a:t>[Level1_Decision1_OptionB]</a:t>
            </a:r>
          </a:p>
          <a:p>
            <a:endParaRPr lang="en-US" dirty="0"/>
          </a:p>
        </p:txBody>
      </p:sp>
      <p:sp>
        <p:nvSpPr>
          <p:cNvPr id="9" name="Arrow: Pentagon 8">
            <a:extLst>
              <a:ext uri="{FF2B5EF4-FFF2-40B4-BE49-F238E27FC236}">
                <a16:creationId xmlns:a16="http://schemas.microsoft.com/office/drawing/2014/main" id="{F85CBF2C-6B28-4B1E-84DD-C958D2EF6BB8}"/>
              </a:ext>
            </a:extLst>
          </p:cNvPr>
          <p:cNvSpPr/>
          <p:nvPr/>
        </p:nvSpPr>
        <p:spPr>
          <a:xfrm>
            <a:off x="68827" y="285682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0" name="Text Placeholder 3">
            <a:extLst>
              <a:ext uri="{FF2B5EF4-FFF2-40B4-BE49-F238E27FC236}">
                <a16:creationId xmlns:a16="http://schemas.microsoft.com/office/drawing/2014/main" id="{34BA4105-7E78-4222-A77B-5B33701E1650}"/>
              </a:ext>
            </a:extLst>
          </p:cNvPr>
          <p:cNvSpPr txBox="1">
            <a:spLocks/>
          </p:cNvSpPr>
          <p:nvPr/>
        </p:nvSpPr>
        <p:spPr>
          <a:xfrm>
            <a:off x="1132349" y="281919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1" name="Text Placeholder 3">
            <a:extLst>
              <a:ext uri="{FF2B5EF4-FFF2-40B4-BE49-F238E27FC236}">
                <a16:creationId xmlns:a16="http://schemas.microsoft.com/office/drawing/2014/main" id="{302A9FAA-3C25-4D52-83F8-33247F61B43E}"/>
              </a:ext>
            </a:extLst>
          </p:cNvPr>
          <p:cNvSpPr txBox="1">
            <a:spLocks/>
          </p:cNvSpPr>
          <p:nvPr/>
        </p:nvSpPr>
        <p:spPr>
          <a:xfrm>
            <a:off x="1135627" y="376490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custDataLst>
      <p:tags r:id="rId1"/>
    </p:custDataLst>
    <p:extLst>
      <p:ext uri="{BB962C8B-B14F-4D97-AF65-F5344CB8AC3E}">
        <p14:creationId xmlns:p14="http://schemas.microsoft.com/office/powerpoint/2010/main" val="2236240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1185D-0285-4C9D-8544-02C370D1F1FF}"/>
              </a:ext>
            </a:extLst>
          </p:cNvPr>
          <p:cNvSpPr txBox="1"/>
          <p:nvPr/>
        </p:nvSpPr>
        <p:spPr>
          <a:xfrm>
            <a:off x="795110" y="1276436"/>
            <a:ext cx="11396889" cy="120032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Your research says that your customers tend to read and follow industry blogs, social media, and magazines. You want to reach as many people as you can to spark excitement about the webinar in multiple ways, within your budget. What should you do? </a:t>
            </a:r>
          </a:p>
          <a:p>
            <a:endParaRPr lang="en-US" dirty="0"/>
          </a:p>
        </p:txBody>
      </p:sp>
      <p:sp>
        <p:nvSpPr>
          <p:cNvPr id="4" name="TextBox 3">
            <a:extLst>
              <a:ext uri="{FF2B5EF4-FFF2-40B4-BE49-F238E27FC236}">
                <a16:creationId xmlns:a16="http://schemas.microsoft.com/office/drawing/2014/main" id="{2A92ACDC-E389-4AD9-9F21-40E75173D057}"/>
              </a:ext>
            </a:extLst>
          </p:cNvPr>
          <p:cNvSpPr txBox="1"/>
          <p:nvPr/>
        </p:nvSpPr>
        <p:spPr>
          <a:xfrm>
            <a:off x="795110"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Level2_Decision1</a:t>
            </a:r>
          </a:p>
        </p:txBody>
      </p:sp>
      <p:sp>
        <p:nvSpPr>
          <p:cNvPr id="9" name="TextBox 8">
            <a:extLst>
              <a:ext uri="{FF2B5EF4-FFF2-40B4-BE49-F238E27FC236}">
                <a16:creationId xmlns:a16="http://schemas.microsoft.com/office/drawing/2014/main" id="{7033F892-45E3-4CBB-A991-4E24CE59BD30}"/>
              </a:ext>
            </a:extLst>
          </p:cNvPr>
          <p:cNvSpPr txBox="1"/>
          <p:nvPr/>
        </p:nvSpPr>
        <p:spPr>
          <a:xfrm>
            <a:off x="795113" y="5037617"/>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Less expensive Facebook ads, combined with blog and social media posts, have more potential to reach the target market multiple times.</a:t>
            </a:r>
          </a:p>
        </p:txBody>
      </p:sp>
      <p:sp>
        <p:nvSpPr>
          <p:cNvPr id="10" name="Arrow: Pentagon 9">
            <a:extLst>
              <a:ext uri="{FF2B5EF4-FFF2-40B4-BE49-F238E27FC236}">
                <a16:creationId xmlns:a16="http://schemas.microsoft.com/office/drawing/2014/main" id="{2FADE237-5478-4EC2-BC53-1FCE992BE67B}"/>
              </a:ext>
            </a:extLst>
          </p:cNvPr>
          <p:cNvSpPr/>
          <p:nvPr/>
        </p:nvSpPr>
        <p:spPr>
          <a:xfrm>
            <a:off x="70885" y="260265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Box 10">
            <a:extLst>
              <a:ext uri="{FF2B5EF4-FFF2-40B4-BE49-F238E27FC236}">
                <a16:creationId xmlns:a16="http://schemas.microsoft.com/office/drawing/2014/main" id="{DC232EEF-344A-4083-9AD5-D2EA64290AD8}"/>
              </a:ext>
            </a:extLst>
          </p:cNvPr>
          <p:cNvSpPr txBox="1"/>
          <p:nvPr/>
        </p:nvSpPr>
        <p:spPr>
          <a:xfrm>
            <a:off x="795115" y="6184277"/>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microblogging frequency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43622F3-E309-4025-BE17-B95F5BB7517F}"/>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research digital platforms.</a:t>
            </a:r>
          </a:p>
        </p:txBody>
      </p:sp>
      <p:sp>
        <p:nvSpPr>
          <p:cNvPr id="13" name="TextBox 12">
            <a:extLst>
              <a:ext uri="{FF2B5EF4-FFF2-40B4-BE49-F238E27FC236}">
                <a16:creationId xmlns:a16="http://schemas.microsoft.com/office/drawing/2014/main" id="{89A6C4FF-FA83-43DD-8FD8-FD2A51E046B0}"/>
              </a:ext>
            </a:extLst>
          </p:cNvPr>
          <p:cNvSpPr txBox="1"/>
          <p:nvPr/>
        </p:nvSpPr>
        <p:spPr>
          <a:xfrm>
            <a:off x="1520890" y="2568908"/>
            <a:ext cx="10671109" cy="246028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4" action="ppaction://hlinksldjump"/>
              </a:rPr>
              <a:t>Invest in some Facebook ads. You also add information, videos, and updates to your company's blog and social media pages, such as Twitter, Facebook, Instagram, and YouTube.</a:t>
            </a:r>
            <a:r>
              <a:rPr lang="en-US" dirty="0"/>
              <a:t>[Level2_Decision1_OptionA]</a:t>
            </a:r>
          </a:p>
          <a:p>
            <a:endParaRPr lang="en-US" dirty="0"/>
          </a:p>
          <a:p>
            <a:r>
              <a:rPr lang="en-US" dirty="0">
                <a:hlinkClick r:id="rId5" action="ppaction://hlinksldjump"/>
              </a:rPr>
              <a:t>You buy some ads in tech-focused magazines. While talking with one magazine, they convince you to invest in a more expensive, full-page ad, which they say catches more attention than the smaller ads. </a:t>
            </a:r>
            <a:r>
              <a:rPr lang="en-US" dirty="0"/>
              <a:t>[Level2_Decision1_OptionB]</a:t>
            </a:r>
          </a:p>
          <a:p>
            <a:endParaRPr lang="en-US" dirty="0"/>
          </a:p>
        </p:txBody>
      </p:sp>
      <p:sp>
        <p:nvSpPr>
          <p:cNvPr id="14" name="Text Placeholder 3">
            <a:extLst>
              <a:ext uri="{FF2B5EF4-FFF2-40B4-BE49-F238E27FC236}">
                <a16:creationId xmlns:a16="http://schemas.microsoft.com/office/drawing/2014/main" id="{216D56FB-2500-45D9-9F23-87A8A0DD42DF}"/>
              </a:ext>
            </a:extLst>
          </p:cNvPr>
          <p:cNvSpPr txBox="1">
            <a:spLocks/>
          </p:cNvSpPr>
          <p:nvPr/>
        </p:nvSpPr>
        <p:spPr>
          <a:xfrm>
            <a:off x="1137608" y="257587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5" name="Text Placeholder 3">
            <a:extLst>
              <a:ext uri="{FF2B5EF4-FFF2-40B4-BE49-F238E27FC236}">
                <a16:creationId xmlns:a16="http://schemas.microsoft.com/office/drawing/2014/main" id="{C8C2AB94-9D88-438D-9F7A-14AB48999EBF}"/>
              </a:ext>
            </a:extLst>
          </p:cNvPr>
          <p:cNvSpPr txBox="1">
            <a:spLocks/>
          </p:cNvSpPr>
          <p:nvPr/>
        </p:nvSpPr>
        <p:spPr>
          <a:xfrm>
            <a:off x="1140886" y="381083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custDataLst>
      <p:tags r:id="rId1"/>
    </p:custDataLst>
    <p:extLst>
      <p:ext uri="{BB962C8B-B14F-4D97-AF65-F5344CB8AC3E}">
        <p14:creationId xmlns:p14="http://schemas.microsoft.com/office/powerpoint/2010/main" val="128669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1185D-0285-4C9D-8544-02C370D1F1FF}"/>
              </a:ext>
            </a:extLst>
          </p:cNvPr>
          <p:cNvSpPr txBox="1"/>
          <p:nvPr/>
        </p:nvSpPr>
        <p:spPr>
          <a:xfrm>
            <a:off x="795110" y="1185505"/>
            <a:ext cx="11396889" cy="135421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look back at past successful marketing campaigns your company has done. The company has many followers of its blog and social media. You also have a large database with contact information for current and potential customers. How should you ensure these people hear about the webinar?   </a:t>
            </a:r>
          </a:p>
          <a:p>
            <a:endParaRPr lang="en-US" dirty="0"/>
          </a:p>
        </p:txBody>
      </p:sp>
      <p:sp>
        <p:nvSpPr>
          <p:cNvPr id="4" name="TextBox 3">
            <a:extLst>
              <a:ext uri="{FF2B5EF4-FFF2-40B4-BE49-F238E27FC236}">
                <a16:creationId xmlns:a16="http://schemas.microsoft.com/office/drawing/2014/main" id="{2A92ACDC-E389-4AD9-9F21-40E75173D057}"/>
              </a:ext>
            </a:extLst>
          </p:cNvPr>
          <p:cNvSpPr txBox="1"/>
          <p:nvPr/>
        </p:nvSpPr>
        <p:spPr>
          <a:xfrm>
            <a:off x="795109"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Level2_Decision2</a:t>
            </a:r>
          </a:p>
        </p:txBody>
      </p:sp>
      <p:sp>
        <p:nvSpPr>
          <p:cNvPr id="9" name="TextBox 8">
            <a:extLst>
              <a:ext uri="{FF2B5EF4-FFF2-40B4-BE49-F238E27FC236}">
                <a16:creationId xmlns:a16="http://schemas.microsoft.com/office/drawing/2014/main" id="{3CDADF1D-B371-4498-9BC9-11898B0EB3DD}"/>
              </a:ext>
            </a:extLst>
          </p:cNvPr>
          <p:cNvSpPr txBox="1"/>
          <p:nvPr/>
        </p:nvSpPr>
        <p:spPr>
          <a:xfrm>
            <a:off x="795113" y="4916314"/>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Less expensive Facebook ads, combined with blog and social media posts, have more potential to reach the target market multiple times.</a:t>
            </a:r>
          </a:p>
        </p:txBody>
      </p:sp>
      <p:sp>
        <p:nvSpPr>
          <p:cNvPr id="12" name="Arrow: Pentagon 11">
            <a:extLst>
              <a:ext uri="{FF2B5EF4-FFF2-40B4-BE49-F238E27FC236}">
                <a16:creationId xmlns:a16="http://schemas.microsoft.com/office/drawing/2014/main" id="{5FD39BB8-2970-4EBC-923B-A7D7F7A0F74A}"/>
              </a:ext>
            </a:extLst>
          </p:cNvPr>
          <p:cNvSpPr/>
          <p:nvPr/>
        </p:nvSpPr>
        <p:spPr>
          <a:xfrm>
            <a:off x="89546" y="263167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E4B7664D-1B24-4631-BDB9-9ECF4B1EAD85}"/>
              </a:ext>
            </a:extLst>
          </p:cNvPr>
          <p:cNvSpPr txBox="1"/>
          <p:nvPr/>
        </p:nvSpPr>
        <p:spPr>
          <a:xfrm>
            <a:off x="795115" y="6025652"/>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a microblogging frequency.</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Project is transferred to someone else.</a:t>
            </a:r>
          </a:p>
        </p:txBody>
      </p:sp>
      <p:sp>
        <p:nvSpPr>
          <p:cNvPr id="14" name="TextBox 13">
            <a:extLst>
              <a:ext uri="{FF2B5EF4-FFF2-40B4-BE49-F238E27FC236}">
                <a16:creationId xmlns:a16="http://schemas.microsoft.com/office/drawing/2014/main" id="{A0ECB375-ADD4-408C-877D-9D38C7DD1173}"/>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rely on traditional marketing.</a:t>
            </a:r>
          </a:p>
        </p:txBody>
      </p:sp>
      <p:sp>
        <p:nvSpPr>
          <p:cNvPr id="15" name="TextBox 14">
            <a:extLst>
              <a:ext uri="{FF2B5EF4-FFF2-40B4-BE49-F238E27FC236}">
                <a16:creationId xmlns:a16="http://schemas.microsoft.com/office/drawing/2014/main" id="{14FF54D1-C0DD-4BBE-840D-B69B48390918}"/>
              </a:ext>
            </a:extLst>
          </p:cNvPr>
          <p:cNvSpPr txBox="1"/>
          <p:nvPr/>
        </p:nvSpPr>
        <p:spPr>
          <a:xfrm>
            <a:off x="1558213" y="2586756"/>
            <a:ext cx="10633788" cy="2300630"/>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4" action="ppaction://hlinksldjump"/>
              </a:rPr>
              <a:t>Invest in some Facebook ads. You also add information, videos, and updates to your company's blog and social media pages, such as Twitter, Facebook, Instagram, and YouTube.</a:t>
            </a:r>
            <a:r>
              <a:rPr lang="en-US" dirty="0"/>
              <a:t> [Level2_Decision2_OptionA]</a:t>
            </a:r>
          </a:p>
          <a:p>
            <a:endParaRPr lang="en-US" dirty="0"/>
          </a:p>
          <a:p>
            <a:r>
              <a:rPr lang="en-US" dirty="0">
                <a:hlinkClick r:id="rId5" action="ppaction://hlinksldjump"/>
              </a:rPr>
              <a:t>Send a postcard that has a QR code linking to a webpage advertising the webinar.</a:t>
            </a:r>
            <a:r>
              <a:rPr lang="en-US" dirty="0"/>
              <a:t> [Level2_Decision2_OptionB]</a:t>
            </a:r>
          </a:p>
          <a:p>
            <a:endParaRPr lang="en-US" dirty="0"/>
          </a:p>
        </p:txBody>
      </p:sp>
      <p:sp>
        <p:nvSpPr>
          <p:cNvPr id="10" name="Text Placeholder 3">
            <a:extLst>
              <a:ext uri="{FF2B5EF4-FFF2-40B4-BE49-F238E27FC236}">
                <a16:creationId xmlns:a16="http://schemas.microsoft.com/office/drawing/2014/main" id="{C6E8A965-F9B8-4ACE-AAA7-08DE363ABAB0}"/>
              </a:ext>
            </a:extLst>
          </p:cNvPr>
          <p:cNvSpPr txBox="1">
            <a:spLocks/>
          </p:cNvSpPr>
          <p:nvPr/>
        </p:nvSpPr>
        <p:spPr>
          <a:xfrm>
            <a:off x="1156346" y="258783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1" name="Text Placeholder 3">
            <a:extLst>
              <a:ext uri="{FF2B5EF4-FFF2-40B4-BE49-F238E27FC236}">
                <a16:creationId xmlns:a16="http://schemas.microsoft.com/office/drawing/2014/main" id="{56765CF9-3F46-448A-8A04-5CE3EE35EA85}"/>
              </a:ext>
            </a:extLst>
          </p:cNvPr>
          <p:cNvSpPr txBox="1">
            <a:spLocks/>
          </p:cNvSpPr>
          <p:nvPr/>
        </p:nvSpPr>
        <p:spPr>
          <a:xfrm>
            <a:off x="1159624" y="385079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custDataLst>
      <p:tags r:id="rId1"/>
    </p:custDataLst>
    <p:extLst>
      <p:ext uri="{BB962C8B-B14F-4D97-AF65-F5344CB8AC3E}">
        <p14:creationId xmlns:p14="http://schemas.microsoft.com/office/powerpoint/2010/main" val="2611014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1185D-0285-4C9D-8544-02C370D1F1FF}"/>
              </a:ext>
            </a:extLst>
          </p:cNvPr>
          <p:cNvSpPr txBox="1"/>
          <p:nvPr/>
        </p:nvSpPr>
        <p:spPr>
          <a:xfrm>
            <a:off x="819818" y="1239369"/>
            <a:ext cx="11372181" cy="175432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subscription numbers for the magazine in which you placed your ad is high, so why haven’t more people signed up? Unfortunately, you ran through your budget and are out of time to explore other options.  </a:t>
            </a:r>
          </a:p>
          <a:p>
            <a:endParaRPr lang="en-US" dirty="0">
              <a:hlinkClick r:id="rId4" action="ppaction://hlinksldjump"/>
            </a:endParaRPr>
          </a:p>
          <a:p>
            <a:endParaRPr lang="en-US" dirty="0">
              <a:hlinkClick r:id="rId4" action="ppaction://hlinksldjump"/>
            </a:endParaRPr>
          </a:p>
          <a:p>
            <a:endParaRPr lang="en-US" dirty="0">
              <a:hlinkClick r:id="rId4" action="ppaction://hlinksldjump"/>
            </a:endParaRPr>
          </a:p>
          <a:p>
            <a:r>
              <a:rPr lang="en-US" dirty="0">
                <a:hlinkClick r:id="rId4" action="ppaction://hlinksldjump"/>
              </a:rPr>
              <a:t>Continue</a:t>
            </a:r>
            <a:endParaRPr lang="en-US" dirty="0"/>
          </a:p>
        </p:txBody>
      </p:sp>
      <p:sp>
        <p:nvSpPr>
          <p:cNvPr id="4" name="TextBox 3">
            <a:extLst>
              <a:ext uri="{FF2B5EF4-FFF2-40B4-BE49-F238E27FC236}">
                <a16:creationId xmlns:a16="http://schemas.microsoft.com/office/drawing/2014/main" id="{2A92ACDC-E389-4AD9-9F21-40E75173D057}"/>
              </a:ext>
            </a:extLst>
          </p:cNvPr>
          <p:cNvSpPr txBox="1"/>
          <p:nvPr/>
        </p:nvSpPr>
        <p:spPr>
          <a:xfrm>
            <a:off x="795110"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Level2_Story1</a:t>
            </a:r>
          </a:p>
        </p:txBody>
      </p:sp>
      <p:sp>
        <p:nvSpPr>
          <p:cNvPr id="11" name="TextBox 10">
            <a:extLst>
              <a:ext uri="{FF2B5EF4-FFF2-40B4-BE49-F238E27FC236}">
                <a16:creationId xmlns:a16="http://schemas.microsoft.com/office/drawing/2014/main" id="{7D07073A-5A27-4CE9-AABA-1807D2A56485}"/>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a:t>
            </a:r>
            <a:r>
              <a:rPr lang="en-US" kern="0" dirty="0">
                <a:solidFill>
                  <a:prstClr val="black"/>
                </a:solidFill>
              </a:rPr>
              <a:t>: Project is transferred to someone else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0E83137-E2BF-4B3B-9A0B-F532BAEE34DA}"/>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magazine ads.</a:t>
            </a:r>
          </a:p>
        </p:txBody>
      </p:sp>
    </p:spTree>
    <p:custDataLst>
      <p:tags r:id="rId1"/>
    </p:custDataLst>
    <p:extLst>
      <p:ext uri="{BB962C8B-B14F-4D97-AF65-F5344CB8AC3E}">
        <p14:creationId xmlns:p14="http://schemas.microsoft.com/office/powerpoint/2010/main" val="431212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61185D-0285-4C9D-8544-02C370D1F1FF}"/>
              </a:ext>
            </a:extLst>
          </p:cNvPr>
          <p:cNvSpPr txBox="1"/>
          <p:nvPr/>
        </p:nvSpPr>
        <p:spPr>
          <a:xfrm>
            <a:off x="795110" y="1239370"/>
            <a:ext cx="11396889" cy="230832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Many of the postcards were returned because of out-of-date addresses. The analytics of the number of people who accessed the QR code from the postcard are not good. Unfortunately, you ran through your budget and are out of time to explore other options.  </a:t>
            </a:r>
          </a:p>
          <a:p>
            <a:endParaRPr lang="en-US" dirty="0">
              <a:hlinkClick r:id="rId4" action="ppaction://hlinksldjump"/>
            </a:endParaRPr>
          </a:p>
          <a:p>
            <a:endParaRPr lang="en-US" dirty="0">
              <a:hlinkClick r:id="rId4" action="ppaction://hlinksldjump"/>
            </a:endParaRPr>
          </a:p>
          <a:p>
            <a:endParaRPr lang="en-US" dirty="0">
              <a:hlinkClick r:id="rId4" action="ppaction://hlinksldjump"/>
            </a:endParaRPr>
          </a:p>
          <a:p>
            <a:endParaRPr lang="en-US" dirty="0">
              <a:hlinkClick r:id="rId4" action="ppaction://hlinksldjump"/>
            </a:endParaRPr>
          </a:p>
          <a:p>
            <a:r>
              <a:rPr lang="en-US" dirty="0">
                <a:hlinkClick r:id="rId4" action="ppaction://hlinksldjump"/>
              </a:rPr>
              <a:t>Continue</a:t>
            </a:r>
            <a:endParaRPr lang="en-US" dirty="0"/>
          </a:p>
        </p:txBody>
      </p:sp>
      <p:sp>
        <p:nvSpPr>
          <p:cNvPr id="4" name="TextBox 3">
            <a:extLst>
              <a:ext uri="{FF2B5EF4-FFF2-40B4-BE49-F238E27FC236}">
                <a16:creationId xmlns:a16="http://schemas.microsoft.com/office/drawing/2014/main" id="{2A92ACDC-E389-4AD9-9F21-40E75173D057}"/>
              </a:ext>
            </a:extLst>
          </p:cNvPr>
          <p:cNvSpPr txBox="1"/>
          <p:nvPr/>
        </p:nvSpPr>
        <p:spPr>
          <a:xfrm>
            <a:off x="795110" y="0"/>
            <a:ext cx="10412614"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Level2_Story2</a:t>
            </a:r>
          </a:p>
        </p:txBody>
      </p:sp>
      <p:sp>
        <p:nvSpPr>
          <p:cNvPr id="11" name="TextBox 10">
            <a:extLst>
              <a:ext uri="{FF2B5EF4-FFF2-40B4-BE49-F238E27FC236}">
                <a16:creationId xmlns:a16="http://schemas.microsoft.com/office/drawing/2014/main" id="{221D65EA-8FAF-46B5-8293-145833E425F2}"/>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a:t>
            </a:r>
            <a:r>
              <a:rPr lang="en-US" kern="0" dirty="0">
                <a:solidFill>
                  <a:prstClr val="black"/>
                </a:solidFill>
              </a:rPr>
              <a:t>: Project is transferred to someone else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95E01B9D-8CE4-4494-B7A0-F132DED1A2F3}"/>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send postcards with QR codes.</a:t>
            </a:r>
          </a:p>
        </p:txBody>
      </p:sp>
    </p:spTree>
    <p:custDataLst>
      <p:tags r:id="rId1"/>
    </p:custDataLst>
    <p:extLst>
      <p:ext uri="{BB962C8B-B14F-4D97-AF65-F5344CB8AC3E}">
        <p14:creationId xmlns:p14="http://schemas.microsoft.com/office/powerpoint/2010/main" val="1853687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1036319" y="1355095"/>
            <a:ext cx="11155681" cy="241934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Your boss thinks this combined approach using social media is great, and she signs off on your budget request for Facebook ads. You create a content calendar that lays out your strategy for posting to social media for the three weeks that remain before the webinar. Keeping in mind the rule of seven, which says customers have to hear or see a message seven times before they take action, how frequently should you microblog?</a:t>
            </a:r>
          </a:p>
        </p:txBody>
      </p:sp>
      <p:sp>
        <p:nvSpPr>
          <p:cNvPr id="6" name="Title 1">
            <a:extLst>
              <a:ext uri="{FF2B5EF4-FFF2-40B4-BE49-F238E27FC236}">
                <a16:creationId xmlns:a16="http://schemas.microsoft.com/office/drawing/2014/main" id="{2F3660D3-D5CE-40C7-B149-BE8168802E7B}"/>
              </a:ext>
            </a:extLst>
          </p:cNvPr>
          <p:cNvSpPr txBox="1">
            <a:spLocks/>
          </p:cNvSpPr>
          <p:nvPr/>
        </p:nvSpPr>
        <p:spPr>
          <a:xfrm>
            <a:off x="1036319" y="76194"/>
            <a:ext cx="9570720" cy="505562"/>
          </a:xfrm>
          <a:prstGeom prst="rect">
            <a:avLst/>
          </a:prstGeom>
        </p:spPr>
        <p:txBody>
          <a:bodyP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Level3_Decision1</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261106"/>
            <a:ext cx="8687229" cy="1394993"/>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2" action="ppaction://hlinksldjump"/>
              </a:rPr>
              <a:t>Once or twice a day. </a:t>
            </a:r>
            <a:r>
              <a:rPr lang="en-US" dirty="0"/>
              <a:t>[Level3_Decision1_OptionA]</a:t>
            </a:r>
          </a:p>
          <a:p>
            <a:endParaRPr lang="en-US" dirty="0"/>
          </a:p>
          <a:p>
            <a:r>
              <a:rPr lang="en-US" dirty="0">
                <a:hlinkClick r:id="rId3" action="ppaction://hlinksldjump"/>
              </a:rPr>
              <a:t>Once or twice a week. </a:t>
            </a:r>
            <a:r>
              <a:rPr lang="en-US" dirty="0"/>
              <a:t>[Level3_Decision1_OptionB]</a:t>
            </a:r>
          </a:p>
          <a:p>
            <a:endParaRPr lang="en-US" dirty="0"/>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2496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8874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extBox 1">
            <a:extLst>
              <a:ext uri="{FF2B5EF4-FFF2-40B4-BE49-F238E27FC236}">
                <a16:creationId xmlns:a16="http://schemas.microsoft.com/office/drawing/2014/main" id="{0716B6B6-BB3B-48D4-AE6B-4F70302E25B6}"/>
              </a:ext>
            </a:extLst>
          </p:cNvPr>
          <p:cNvSpPr txBox="1"/>
          <p:nvPr/>
        </p:nvSpPr>
        <p:spPr>
          <a:xfrm>
            <a:off x="1036320" y="879727"/>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Previous step: Student chose to reach existing followers through social media and blogs</a:t>
            </a:r>
          </a:p>
        </p:txBody>
      </p:sp>
      <p:sp>
        <p:nvSpPr>
          <p:cNvPr id="14" name="TextBox 13">
            <a:extLst>
              <a:ext uri="{FF2B5EF4-FFF2-40B4-BE49-F238E27FC236}">
                <a16:creationId xmlns:a16="http://schemas.microsoft.com/office/drawing/2014/main" id="{0886B2FF-FC61-4C68-A12E-C4942F39C828}"/>
              </a:ext>
            </a:extLst>
          </p:cNvPr>
          <p:cNvSpPr txBox="1"/>
          <p:nvPr/>
        </p:nvSpPr>
        <p:spPr>
          <a:xfrm>
            <a:off x="1036320" y="5868642"/>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Next step for both options: Student will need to choose a hashtag.</a:t>
            </a:r>
          </a:p>
        </p:txBody>
      </p:sp>
      <p:sp>
        <p:nvSpPr>
          <p:cNvPr id="15" name="TextBox 14">
            <a:extLst>
              <a:ext uri="{FF2B5EF4-FFF2-40B4-BE49-F238E27FC236}">
                <a16:creationId xmlns:a16="http://schemas.microsoft.com/office/drawing/2014/main" id="{E557AC53-D655-458C-BFB7-7687AF4DAD96}"/>
              </a:ext>
            </a:extLst>
          </p:cNvPr>
          <p:cNvSpPr txBox="1"/>
          <p:nvPr/>
        </p:nvSpPr>
        <p:spPr>
          <a:xfrm>
            <a:off x="1036320" y="4709914"/>
            <a:ext cx="957072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Microblogging offers short, quick messages over social media, which should occur once or twice daily for frequent exposure in customers’ social media feeds, especially as the event gets close.</a:t>
            </a:r>
          </a:p>
        </p:txBody>
      </p:sp>
      <p:sp>
        <p:nvSpPr>
          <p:cNvPr id="3" name="Arrow: Pentagon 2">
            <a:extLst>
              <a:ext uri="{FF2B5EF4-FFF2-40B4-BE49-F238E27FC236}">
                <a16:creationId xmlns:a16="http://schemas.microsoft.com/office/drawing/2014/main" id="{8CA5D789-F25D-4C3F-A22A-57A34C016FCF}"/>
              </a:ext>
            </a:extLst>
          </p:cNvPr>
          <p:cNvSpPr/>
          <p:nvPr/>
        </p:nvSpPr>
        <p:spPr>
          <a:xfrm>
            <a:off x="188651" y="3313862"/>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Optimal</a:t>
            </a:r>
          </a:p>
        </p:txBody>
      </p:sp>
    </p:spTree>
    <p:extLst>
      <p:ext uri="{BB962C8B-B14F-4D97-AF65-F5344CB8AC3E}">
        <p14:creationId xmlns:p14="http://schemas.microsoft.com/office/powerpoint/2010/main" val="898138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39369"/>
            <a:ext cx="11396889" cy="120032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Coming up with content for 1-2 daily posts is hard, but you and your colleagues have come up with some great ideas. Part of your strategy includes creating a hashtag that you can use on all microblog posts, and encourage others to include when the share or repost your content. Which is the best approach?   </a:t>
            </a:r>
          </a:p>
          <a:p>
            <a:endParaRPr lang="en-US" dirty="0"/>
          </a:p>
        </p:txBody>
      </p:sp>
      <p:sp>
        <p:nvSpPr>
          <p:cNvPr id="10" name="TextBox 9">
            <a:extLst>
              <a:ext uri="{FF2B5EF4-FFF2-40B4-BE49-F238E27FC236}">
                <a16:creationId xmlns:a16="http://schemas.microsoft.com/office/drawing/2014/main" id="{CFF2F4D9-5947-4693-A600-97E326218DA3}"/>
              </a:ext>
            </a:extLst>
          </p:cNvPr>
          <p:cNvSpPr txBox="1"/>
          <p:nvPr/>
        </p:nvSpPr>
        <p:spPr>
          <a:xfrm>
            <a:off x="795110" y="364"/>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Level4_Decision1</a:t>
            </a:r>
          </a:p>
        </p:txBody>
      </p:sp>
      <p:sp>
        <p:nvSpPr>
          <p:cNvPr id="6" name="TextBox 5">
            <a:extLst>
              <a:ext uri="{FF2B5EF4-FFF2-40B4-BE49-F238E27FC236}">
                <a16:creationId xmlns:a16="http://schemas.microsoft.com/office/drawing/2014/main" id="{F38170E1-B74B-43BB-93B7-5D7206B6B3EE}"/>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distinctive and descriptive hashtag will attract more attention and make the posts easier for people to find.</a:t>
            </a:r>
          </a:p>
        </p:txBody>
      </p:sp>
      <p:sp>
        <p:nvSpPr>
          <p:cNvPr id="8" name="Arrow: Pentagon 7">
            <a:extLst>
              <a:ext uri="{FF2B5EF4-FFF2-40B4-BE49-F238E27FC236}">
                <a16:creationId xmlns:a16="http://schemas.microsoft.com/office/drawing/2014/main" id="{F51730C5-ED9A-4935-9AC5-4CE17A01493E}"/>
              </a:ext>
            </a:extLst>
          </p:cNvPr>
          <p:cNvSpPr/>
          <p:nvPr/>
        </p:nvSpPr>
        <p:spPr>
          <a:xfrm>
            <a:off x="80216" y="306395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Box 10">
            <a:extLst>
              <a:ext uri="{FF2B5EF4-FFF2-40B4-BE49-F238E27FC236}">
                <a16:creationId xmlns:a16="http://schemas.microsoft.com/office/drawing/2014/main" id="{C812EAB6-8871-42D2-8A72-02ADEE08E256}"/>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which profile page to post on</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B916817-4CD8-422B-AD43-7804754926B6}"/>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microblog once or twice daily.</a:t>
            </a:r>
          </a:p>
        </p:txBody>
      </p:sp>
      <p:sp>
        <p:nvSpPr>
          <p:cNvPr id="13" name="TextBox 12">
            <a:extLst>
              <a:ext uri="{FF2B5EF4-FFF2-40B4-BE49-F238E27FC236}">
                <a16:creationId xmlns:a16="http://schemas.microsoft.com/office/drawing/2014/main" id="{8953E376-9F4F-4818-87EC-CDD5A6D505DF}"/>
              </a:ext>
            </a:extLst>
          </p:cNvPr>
          <p:cNvSpPr txBox="1"/>
          <p:nvPr/>
        </p:nvSpPr>
        <p:spPr>
          <a:xfrm>
            <a:off x="1688842" y="3032345"/>
            <a:ext cx="10503158" cy="135421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2" action="ppaction://hlinksldjump"/>
              </a:rPr>
              <a:t>Use a distinctive and descriptive hashtag, such as #</a:t>
            </a:r>
            <a:r>
              <a:rPr lang="en-US" dirty="0" err="1">
                <a:hlinkClick r:id="rId2" action="ppaction://hlinksldjump"/>
              </a:rPr>
              <a:t>waterdrone</a:t>
            </a:r>
            <a:r>
              <a:rPr lang="en-US" dirty="0">
                <a:hlinkClick r:id="rId2" action="ppaction://hlinksldjump"/>
              </a:rPr>
              <a:t>. </a:t>
            </a:r>
            <a:r>
              <a:rPr lang="en-US" dirty="0"/>
              <a:t>[Level4_Decision1_OptionA]</a:t>
            </a:r>
          </a:p>
          <a:p>
            <a:endParaRPr lang="en-US" dirty="0"/>
          </a:p>
          <a:p>
            <a:r>
              <a:rPr lang="en-US" dirty="0">
                <a:hlinkClick r:id="rId3" action="ppaction://hlinksldjump"/>
              </a:rPr>
              <a:t>Use a more widely used general hashtag, such as #</a:t>
            </a:r>
            <a:r>
              <a:rPr lang="en-US" dirty="0" err="1">
                <a:hlinkClick r:id="rId3" action="ppaction://hlinksldjump"/>
              </a:rPr>
              <a:t>dronelife</a:t>
            </a:r>
            <a:r>
              <a:rPr lang="en-US" dirty="0">
                <a:hlinkClick r:id="rId3" action="ppaction://hlinksldjump"/>
              </a:rPr>
              <a:t>. </a:t>
            </a:r>
            <a:r>
              <a:rPr lang="en-US" dirty="0"/>
              <a:t>[Level4_Decision1_OptionB]</a:t>
            </a:r>
          </a:p>
          <a:p>
            <a:endParaRPr lang="en-US" dirty="0"/>
          </a:p>
        </p:txBody>
      </p:sp>
      <p:sp>
        <p:nvSpPr>
          <p:cNvPr id="14" name="Text Placeholder 3">
            <a:extLst>
              <a:ext uri="{FF2B5EF4-FFF2-40B4-BE49-F238E27FC236}">
                <a16:creationId xmlns:a16="http://schemas.microsoft.com/office/drawing/2014/main" id="{4EB7BCBA-5072-43C5-9835-B31F62EC261B}"/>
              </a:ext>
            </a:extLst>
          </p:cNvPr>
          <p:cNvSpPr txBox="1">
            <a:spLocks/>
          </p:cNvSpPr>
          <p:nvPr/>
        </p:nvSpPr>
        <p:spPr>
          <a:xfrm>
            <a:off x="1230991" y="302357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5" name="Text Placeholder 3">
            <a:extLst>
              <a:ext uri="{FF2B5EF4-FFF2-40B4-BE49-F238E27FC236}">
                <a16:creationId xmlns:a16="http://schemas.microsoft.com/office/drawing/2014/main" id="{0FD2C769-1E79-48EC-B08C-9F7BC604668B}"/>
              </a:ext>
            </a:extLst>
          </p:cNvPr>
          <p:cNvSpPr txBox="1">
            <a:spLocks/>
          </p:cNvSpPr>
          <p:nvPr/>
        </p:nvSpPr>
        <p:spPr>
          <a:xfrm>
            <a:off x="1234269" y="368003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2689330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90464"/>
            <a:ext cx="11396889" cy="166968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Coming up with content for 1-2 weekly posts is easy, and you and your colleagues have come up with some great ideas. Part of your strategy includes creating a hashtag that you can use on all microblog posts, and encourage others to include when the share or repost your content. Which is the best approach?   </a:t>
            </a:r>
          </a:p>
          <a:p>
            <a:endParaRPr lang="en-US" dirty="0"/>
          </a:p>
        </p:txBody>
      </p:sp>
      <p:sp>
        <p:nvSpPr>
          <p:cNvPr id="10" name="TextBox 9">
            <a:extLst>
              <a:ext uri="{FF2B5EF4-FFF2-40B4-BE49-F238E27FC236}">
                <a16:creationId xmlns:a16="http://schemas.microsoft.com/office/drawing/2014/main" id="{CFF2F4D9-5947-4693-A600-97E326218DA3}"/>
              </a:ext>
            </a:extLst>
          </p:cNvPr>
          <p:cNvSpPr txBox="1"/>
          <p:nvPr/>
        </p:nvSpPr>
        <p:spPr>
          <a:xfrm>
            <a:off x="795111"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Level4_Decision2</a:t>
            </a:r>
          </a:p>
        </p:txBody>
      </p:sp>
      <p:sp>
        <p:nvSpPr>
          <p:cNvPr id="6" name="TextBox 5">
            <a:extLst>
              <a:ext uri="{FF2B5EF4-FFF2-40B4-BE49-F238E27FC236}">
                <a16:creationId xmlns:a16="http://schemas.microsoft.com/office/drawing/2014/main" id="{6B5F8485-A407-4ACC-9C45-C06F4A433704}"/>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distinctive and descriptive hashtag will attract more attention and make the posts easier for people to find.</a:t>
            </a:r>
          </a:p>
        </p:txBody>
      </p:sp>
      <p:sp>
        <p:nvSpPr>
          <p:cNvPr id="8" name="Arrow: Pentagon 7">
            <a:extLst>
              <a:ext uri="{FF2B5EF4-FFF2-40B4-BE49-F238E27FC236}">
                <a16:creationId xmlns:a16="http://schemas.microsoft.com/office/drawing/2014/main" id="{C45E8401-43F3-4448-BE07-0BF2A6D94F73}"/>
              </a:ext>
            </a:extLst>
          </p:cNvPr>
          <p:cNvSpPr/>
          <p:nvPr/>
        </p:nvSpPr>
        <p:spPr>
          <a:xfrm>
            <a:off x="98877" y="307845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Box 10">
            <a:extLst>
              <a:ext uri="{FF2B5EF4-FFF2-40B4-BE49-F238E27FC236}">
                <a16:creationId xmlns:a16="http://schemas.microsoft.com/office/drawing/2014/main" id="{27B6D1CD-2559-45CC-9F2A-85376EEE4BEE}"/>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kern="0" dirty="0">
                <a:solidFill>
                  <a:prstClr val="black"/>
                </a:solidFill>
              </a:rPr>
              <a:t>choose which profile page to post on</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94EA3FF-D6F3-42E0-A961-FC6BDC099991}"/>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a:t>
            </a:r>
            <a:r>
              <a:rPr lang="en-US" dirty="0">
                <a:solidFill>
                  <a:prstClr val="black"/>
                </a:solidFill>
              </a:rPr>
              <a:t>chose to microblog once or twice weekly.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0BE8F56-AEA4-466C-AEBC-A2762AE606FB}"/>
              </a:ext>
            </a:extLst>
          </p:cNvPr>
          <p:cNvSpPr txBox="1"/>
          <p:nvPr/>
        </p:nvSpPr>
        <p:spPr>
          <a:xfrm>
            <a:off x="1626019" y="3050459"/>
            <a:ext cx="10565982" cy="135421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2" action="ppaction://hlinksldjump"/>
              </a:rPr>
              <a:t>Use a distinctive and descriptive hashtag, such as #</a:t>
            </a:r>
            <a:r>
              <a:rPr lang="en-US" dirty="0" err="1">
                <a:hlinkClick r:id="rId2" action="ppaction://hlinksldjump"/>
              </a:rPr>
              <a:t>waterdrone</a:t>
            </a:r>
            <a:r>
              <a:rPr lang="en-US" dirty="0">
                <a:hlinkClick r:id="rId2" action="ppaction://hlinksldjump"/>
              </a:rPr>
              <a:t>. </a:t>
            </a:r>
            <a:r>
              <a:rPr lang="en-US" dirty="0"/>
              <a:t>[Level4_Decision2_OptionA]</a:t>
            </a:r>
          </a:p>
          <a:p>
            <a:endParaRPr lang="en-US" dirty="0"/>
          </a:p>
          <a:p>
            <a:r>
              <a:rPr lang="en-US" dirty="0">
                <a:hlinkClick r:id="rId3" action="ppaction://hlinksldjump"/>
              </a:rPr>
              <a:t>Use a more widely used general hashtag, such as #</a:t>
            </a:r>
            <a:r>
              <a:rPr lang="en-US" dirty="0" err="1">
                <a:hlinkClick r:id="rId3" action="ppaction://hlinksldjump"/>
              </a:rPr>
              <a:t>dronelife</a:t>
            </a:r>
            <a:r>
              <a:rPr lang="en-US" dirty="0">
                <a:hlinkClick r:id="rId3" action="ppaction://hlinksldjump"/>
              </a:rPr>
              <a:t>. </a:t>
            </a:r>
            <a:r>
              <a:rPr lang="en-US" dirty="0"/>
              <a:t>[Level4_Decision2_OptionB]</a:t>
            </a:r>
          </a:p>
          <a:p>
            <a:endParaRPr lang="en-US" dirty="0"/>
          </a:p>
        </p:txBody>
      </p:sp>
      <p:sp>
        <p:nvSpPr>
          <p:cNvPr id="14" name="Text Placeholder 3">
            <a:extLst>
              <a:ext uri="{FF2B5EF4-FFF2-40B4-BE49-F238E27FC236}">
                <a16:creationId xmlns:a16="http://schemas.microsoft.com/office/drawing/2014/main" id="{21E4E0B5-43A1-4A4D-9ADE-376ABFBA237C}"/>
              </a:ext>
            </a:extLst>
          </p:cNvPr>
          <p:cNvSpPr txBox="1">
            <a:spLocks/>
          </p:cNvSpPr>
          <p:nvPr/>
        </p:nvSpPr>
        <p:spPr>
          <a:xfrm>
            <a:off x="1255451" y="304441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5" name="Text Placeholder 3">
            <a:extLst>
              <a:ext uri="{FF2B5EF4-FFF2-40B4-BE49-F238E27FC236}">
                <a16:creationId xmlns:a16="http://schemas.microsoft.com/office/drawing/2014/main" id="{F5BEFD35-330A-4F5C-80F9-F9483DDA36D7}"/>
              </a:ext>
            </a:extLst>
          </p:cNvPr>
          <p:cNvSpPr txBox="1">
            <a:spLocks/>
          </p:cNvSpPr>
          <p:nvPr/>
        </p:nvSpPr>
        <p:spPr>
          <a:xfrm>
            <a:off x="1258729" y="369154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381647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71801"/>
            <a:ext cx="11396889" cy="103874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hashtag #</a:t>
            </a:r>
            <a:r>
              <a:rPr lang="en-US" dirty="0" err="1"/>
              <a:t>waterdrone</a:t>
            </a:r>
            <a:r>
              <a:rPr lang="en-US" dirty="0"/>
              <a:t> is being used by others sharing your content on social media. You want your messages to feel personal and relatable for your audience. Where’s the best place to post social media updates to accomplish this goal?   </a:t>
            </a:r>
          </a:p>
        </p:txBody>
      </p:sp>
      <p:sp>
        <p:nvSpPr>
          <p:cNvPr id="10" name="TextBox 9">
            <a:extLst>
              <a:ext uri="{FF2B5EF4-FFF2-40B4-BE49-F238E27FC236}">
                <a16:creationId xmlns:a16="http://schemas.microsoft.com/office/drawing/2014/main" id="{CFF2F4D9-5947-4693-A600-97E326218DA3}"/>
              </a:ext>
            </a:extLst>
          </p:cNvPr>
          <p:cNvSpPr txBox="1"/>
          <p:nvPr/>
        </p:nvSpPr>
        <p:spPr>
          <a:xfrm>
            <a:off x="795111" y="46531"/>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Level5_Decision1</a:t>
            </a:r>
          </a:p>
        </p:txBody>
      </p:sp>
      <p:sp>
        <p:nvSpPr>
          <p:cNvPr id="6" name="TextBox 5">
            <a:extLst>
              <a:ext uri="{FF2B5EF4-FFF2-40B4-BE49-F238E27FC236}">
                <a16:creationId xmlns:a16="http://schemas.microsoft.com/office/drawing/2014/main" id="{B4A1F2C4-279C-4DC9-A5AC-F7D9FDFF3A9D}"/>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profile page for the company will get more traffic and makes more sense for advertising a company product.</a:t>
            </a:r>
          </a:p>
        </p:txBody>
      </p:sp>
      <p:sp>
        <p:nvSpPr>
          <p:cNvPr id="8" name="Arrow: Pentagon 7">
            <a:extLst>
              <a:ext uri="{FF2B5EF4-FFF2-40B4-BE49-F238E27FC236}">
                <a16:creationId xmlns:a16="http://schemas.microsoft.com/office/drawing/2014/main" id="{555B3A1A-C391-4589-AF19-9607B023EA4E}"/>
              </a:ext>
            </a:extLst>
          </p:cNvPr>
          <p:cNvSpPr/>
          <p:nvPr/>
        </p:nvSpPr>
        <p:spPr>
          <a:xfrm>
            <a:off x="80216" y="272631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Box 10">
            <a:extLst>
              <a:ext uri="{FF2B5EF4-FFF2-40B4-BE49-F238E27FC236}">
                <a16:creationId xmlns:a16="http://schemas.microsoft.com/office/drawing/2014/main" id="{F737F999-C40D-4D54-BDBA-625778377213}"/>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email style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3F5A76F-79D0-49C1-B162-69899F0EF34D}"/>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use a distinctive hashtag.</a:t>
            </a:r>
          </a:p>
        </p:txBody>
      </p:sp>
      <p:sp>
        <p:nvSpPr>
          <p:cNvPr id="13" name="TextBox 12">
            <a:extLst>
              <a:ext uri="{FF2B5EF4-FFF2-40B4-BE49-F238E27FC236}">
                <a16:creationId xmlns:a16="http://schemas.microsoft.com/office/drawing/2014/main" id="{781070D4-9C1B-472A-ACA9-7FC82B89DD24}"/>
              </a:ext>
            </a:extLst>
          </p:cNvPr>
          <p:cNvSpPr txBox="1"/>
          <p:nvPr/>
        </p:nvSpPr>
        <p:spPr>
          <a:xfrm>
            <a:off x="1679510" y="2717469"/>
            <a:ext cx="10512489" cy="198515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2" action="ppaction://hlinksldjump"/>
              </a:rPr>
              <a:t>Post to your company’s profile page with carefully worded posts that address your customers’ interests. </a:t>
            </a:r>
            <a:r>
              <a:rPr lang="en-US" dirty="0"/>
              <a:t>[Level5_Decision1_OptionA]</a:t>
            </a:r>
          </a:p>
          <a:p>
            <a:endParaRPr lang="en-US" dirty="0"/>
          </a:p>
          <a:p>
            <a:r>
              <a:rPr lang="en-US" dirty="0">
                <a:hlinkClick r:id="rId3" action="ppaction://hlinksldjump"/>
              </a:rPr>
              <a:t>Create a personal profile page with friendly posts and tag your friends each time you post. </a:t>
            </a:r>
            <a:r>
              <a:rPr lang="en-US" dirty="0"/>
              <a:t>[Level5_Decision1_OptionB]</a:t>
            </a:r>
          </a:p>
          <a:p>
            <a:endParaRPr lang="en-US" dirty="0"/>
          </a:p>
        </p:txBody>
      </p:sp>
      <p:sp>
        <p:nvSpPr>
          <p:cNvPr id="14" name="Text Placeholder 3">
            <a:extLst>
              <a:ext uri="{FF2B5EF4-FFF2-40B4-BE49-F238E27FC236}">
                <a16:creationId xmlns:a16="http://schemas.microsoft.com/office/drawing/2014/main" id="{BBB52504-26E6-4F5B-9140-76C9293AA94A}"/>
              </a:ext>
            </a:extLst>
          </p:cNvPr>
          <p:cNvSpPr txBox="1">
            <a:spLocks/>
          </p:cNvSpPr>
          <p:nvPr/>
        </p:nvSpPr>
        <p:spPr>
          <a:xfrm>
            <a:off x="1255451" y="271782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5" name="Text Placeholder 3">
            <a:extLst>
              <a:ext uri="{FF2B5EF4-FFF2-40B4-BE49-F238E27FC236}">
                <a16:creationId xmlns:a16="http://schemas.microsoft.com/office/drawing/2014/main" id="{2186EDB2-504E-4596-B11B-D24162AD51E5}"/>
              </a:ext>
            </a:extLst>
          </p:cNvPr>
          <p:cNvSpPr txBox="1">
            <a:spLocks/>
          </p:cNvSpPr>
          <p:nvPr/>
        </p:nvSpPr>
        <p:spPr>
          <a:xfrm>
            <a:off x="1258729" y="368219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866899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81133"/>
            <a:ext cx="11396889" cy="103874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hashtag #</a:t>
            </a:r>
            <a:r>
              <a:rPr lang="en-US" dirty="0" err="1"/>
              <a:t>dronelife</a:t>
            </a:r>
            <a:r>
              <a:rPr lang="en-US" dirty="0"/>
              <a:t> is widely used, although many of the users are competitors and unrelated to your content. You want your messages to feel personal and relatable for your audience. Where’s the best place to post social media updates to accomplish this goal?   </a:t>
            </a:r>
          </a:p>
        </p:txBody>
      </p:sp>
      <p:sp>
        <p:nvSpPr>
          <p:cNvPr id="10" name="TextBox 9">
            <a:extLst>
              <a:ext uri="{FF2B5EF4-FFF2-40B4-BE49-F238E27FC236}">
                <a16:creationId xmlns:a16="http://schemas.microsoft.com/office/drawing/2014/main" id="{CFF2F4D9-5947-4693-A600-97E326218DA3}"/>
              </a:ext>
            </a:extLst>
          </p:cNvPr>
          <p:cNvSpPr txBox="1"/>
          <p:nvPr/>
        </p:nvSpPr>
        <p:spPr>
          <a:xfrm>
            <a:off x="795111"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Level5_Decision2</a:t>
            </a:r>
          </a:p>
        </p:txBody>
      </p:sp>
      <p:sp>
        <p:nvSpPr>
          <p:cNvPr id="6" name="TextBox 5">
            <a:extLst>
              <a:ext uri="{FF2B5EF4-FFF2-40B4-BE49-F238E27FC236}">
                <a16:creationId xmlns:a16="http://schemas.microsoft.com/office/drawing/2014/main" id="{45FF0F52-357B-4387-B139-6EBF9D0A3087}"/>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profile page for the company will get more traffic and makes more sense for advertising a company product.</a:t>
            </a:r>
          </a:p>
        </p:txBody>
      </p:sp>
      <p:sp>
        <p:nvSpPr>
          <p:cNvPr id="8" name="Arrow: Pentagon 7">
            <a:extLst>
              <a:ext uri="{FF2B5EF4-FFF2-40B4-BE49-F238E27FC236}">
                <a16:creationId xmlns:a16="http://schemas.microsoft.com/office/drawing/2014/main" id="{620CB7D2-90A7-428D-990B-6B112A1154E2}"/>
              </a:ext>
            </a:extLst>
          </p:cNvPr>
          <p:cNvSpPr/>
          <p:nvPr/>
        </p:nvSpPr>
        <p:spPr>
          <a:xfrm>
            <a:off x="99758" y="274409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Box 10">
            <a:extLst>
              <a:ext uri="{FF2B5EF4-FFF2-40B4-BE49-F238E27FC236}">
                <a16:creationId xmlns:a16="http://schemas.microsoft.com/office/drawing/2014/main" id="{1DCE6790-F690-466F-ABCE-9F79E9ED2405}"/>
              </a:ext>
            </a:extLst>
          </p:cNvPr>
          <p:cNvSpPr txBox="1"/>
          <p:nvPr/>
        </p:nvSpPr>
        <p:spPr>
          <a:xfrm>
            <a:off x="795115" y="5951004"/>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a:t>
            </a:r>
            <a:r>
              <a:rPr lang="en-US" kern="0" dirty="0">
                <a:solidFill>
                  <a:prstClr val="black"/>
                </a:solidFill>
              </a:rPr>
              <a:t>choose an email style</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a:t>
            </a:r>
            <a:r>
              <a:rPr lang="en-US" kern="0" dirty="0">
                <a:solidFill>
                  <a:prstClr val="black"/>
                </a:solidFill>
              </a:rPr>
              <a:t>Webinar attendance is very low.</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60A35952-29C2-4CC5-B08E-85DC5A892264}"/>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 widely used hashtag.</a:t>
            </a:r>
          </a:p>
        </p:txBody>
      </p:sp>
      <p:sp>
        <p:nvSpPr>
          <p:cNvPr id="13" name="TextBox 12">
            <a:extLst>
              <a:ext uri="{FF2B5EF4-FFF2-40B4-BE49-F238E27FC236}">
                <a16:creationId xmlns:a16="http://schemas.microsoft.com/office/drawing/2014/main" id="{82EDE751-58BC-4658-809B-FE4FC892CAE5}"/>
              </a:ext>
            </a:extLst>
          </p:cNvPr>
          <p:cNvSpPr txBox="1"/>
          <p:nvPr/>
        </p:nvSpPr>
        <p:spPr>
          <a:xfrm>
            <a:off x="1688841" y="2714790"/>
            <a:ext cx="10503159" cy="198515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2" action="ppaction://hlinksldjump"/>
              </a:rPr>
              <a:t>Post to your company’s profile page with carefully worded posts that address your customers’ interests. </a:t>
            </a:r>
            <a:r>
              <a:rPr lang="en-US" dirty="0"/>
              <a:t>[Level5_Decision2_OptionA]</a:t>
            </a:r>
          </a:p>
          <a:p>
            <a:endParaRPr lang="en-US" dirty="0"/>
          </a:p>
          <a:p>
            <a:r>
              <a:rPr lang="en-US" dirty="0">
                <a:hlinkClick r:id="rId3" action="ppaction://hlinksldjump"/>
              </a:rPr>
              <a:t>Create a personal profile page with friendly posts and tag your friends each time you post. </a:t>
            </a:r>
            <a:r>
              <a:rPr lang="en-US" dirty="0"/>
              <a:t>[Level5_Decision2_OptionB]</a:t>
            </a:r>
          </a:p>
          <a:p>
            <a:endParaRPr lang="en-US" dirty="0"/>
          </a:p>
        </p:txBody>
      </p:sp>
      <p:sp>
        <p:nvSpPr>
          <p:cNvPr id="14" name="Text Placeholder 3">
            <a:extLst>
              <a:ext uri="{FF2B5EF4-FFF2-40B4-BE49-F238E27FC236}">
                <a16:creationId xmlns:a16="http://schemas.microsoft.com/office/drawing/2014/main" id="{3D47371C-4043-49DE-9CBA-911AE7A0800F}"/>
              </a:ext>
            </a:extLst>
          </p:cNvPr>
          <p:cNvSpPr txBox="1">
            <a:spLocks/>
          </p:cNvSpPr>
          <p:nvPr/>
        </p:nvSpPr>
        <p:spPr>
          <a:xfrm>
            <a:off x="1255451" y="271783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5" name="Text Placeholder 3">
            <a:extLst>
              <a:ext uri="{FF2B5EF4-FFF2-40B4-BE49-F238E27FC236}">
                <a16:creationId xmlns:a16="http://schemas.microsoft.com/office/drawing/2014/main" id="{D0CCB67E-4577-401E-A3F6-291856471D9D}"/>
              </a:ext>
            </a:extLst>
          </p:cNvPr>
          <p:cNvSpPr txBox="1">
            <a:spLocks/>
          </p:cNvSpPr>
          <p:nvPr/>
        </p:nvSpPr>
        <p:spPr>
          <a:xfrm>
            <a:off x="1258729" y="364489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3282874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E6701-8461-4315-B0D9-01D2E60020B4}"/>
              </a:ext>
            </a:extLst>
          </p:cNvPr>
          <p:cNvSpPr txBox="1"/>
          <p:nvPr/>
        </p:nvSpPr>
        <p:spPr>
          <a:xfrm>
            <a:off x="795110" y="1181132"/>
            <a:ext cx="11396889" cy="103874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analytics show your social media posts are getting a lot of views. Next, you want to send a message directly to your customer base, rather than relying solely on social media. What is the best strategy when crafting an email to send to your existing customers?   </a:t>
            </a:r>
          </a:p>
        </p:txBody>
      </p:sp>
      <p:sp>
        <p:nvSpPr>
          <p:cNvPr id="4" name="TextBox 3">
            <a:extLst>
              <a:ext uri="{FF2B5EF4-FFF2-40B4-BE49-F238E27FC236}">
                <a16:creationId xmlns:a16="http://schemas.microsoft.com/office/drawing/2014/main" id="{4D72C851-2018-4259-A95D-9E1A00930D77}"/>
              </a:ext>
            </a:extLst>
          </p:cNvPr>
          <p:cNvSpPr txBox="1"/>
          <p:nvPr/>
        </p:nvSpPr>
        <p:spPr>
          <a:xfrm>
            <a:off x="795111"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Level6_Decision1</a:t>
            </a:r>
          </a:p>
        </p:txBody>
      </p:sp>
      <p:sp>
        <p:nvSpPr>
          <p:cNvPr id="8" name="TextBox 7">
            <a:extLst>
              <a:ext uri="{FF2B5EF4-FFF2-40B4-BE49-F238E27FC236}">
                <a16:creationId xmlns:a16="http://schemas.microsoft.com/office/drawing/2014/main" id="{09B54787-9014-4C62-A2D0-0DD3FE6AAD06}"/>
              </a:ext>
            </a:extLst>
          </p:cNvPr>
          <p:cNvSpPr txBox="1"/>
          <p:nvPr/>
        </p:nvSpPr>
        <p:spPr>
          <a:xfrm>
            <a:off x="795113" y="4972300"/>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 email directly from a company should sound professional and use language the recipients are comfortable with.</a:t>
            </a:r>
          </a:p>
        </p:txBody>
      </p:sp>
      <p:sp>
        <p:nvSpPr>
          <p:cNvPr id="9" name="Arrow: Pentagon 8">
            <a:extLst>
              <a:ext uri="{FF2B5EF4-FFF2-40B4-BE49-F238E27FC236}">
                <a16:creationId xmlns:a16="http://schemas.microsoft.com/office/drawing/2014/main" id="{02A3DA16-FC06-4247-A401-4462AE336B01}"/>
              </a:ext>
            </a:extLst>
          </p:cNvPr>
          <p:cNvSpPr/>
          <p:nvPr/>
        </p:nvSpPr>
        <p:spPr>
          <a:xfrm>
            <a:off x="80216" y="284943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8EAC9349-3E02-40A8-873B-0506F7A2A64E}"/>
              </a:ext>
            </a:extLst>
          </p:cNvPr>
          <p:cNvSpPr txBox="1"/>
          <p:nvPr/>
        </p:nvSpPr>
        <p:spPr>
          <a:xfrm>
            <a:off x="795115" y="6128293"/>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email method</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B519AC29-9F6F-415C-9BE2-6D5BE22DEF21}"/>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company’s profile page.</a:t>
            </a:r>
          </a:p>
        </p:txBody>
      </p:sp>
      <p:sp>
        <p:nvSpPr>
          <p:cNvPr id="15" name="TextBox 14">
            <a:extLst>
              <a:ext uri="{FF2B5EF4-FFF2-40B4-BE49-F238E27FC236}">
                <a16:creationId xmlns:a16="http://schemas.microsoft.com/office/drawing/2014/main" id="{4019A702-1BAD-45BD-BEA5-EA1992C13302}"/>
              </a:ext>
            </a:extLst>
          </p:cNvPr>
          <p:cNvSpPr txBox="1"/>
          <p:nvPr/>
        </p:nvSpPr>
        <p:spPr>
          <a:xfrm>
            <a:off x="1679510" y="2821442"/>
            <a:ext cx="10512489" cy="166968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3" action="ppaction://hlinksldjump"/>
              </a:rPr>
              <a:t>Create a professional email that uses formal language and technology jargon. </a:t>
            </a:r>
            <a:r>
              <a:rPr lang="en-US" dirty="0"/>
              <a:t>[Level6_Decision2_OptionA]</a:t>
            </a:r>
          </a:p>
          <a:p>
            <a:endParaRPr lang="en-US" dirty="0"/>
          </a:p>
          <a:p>
            <a:r>
              <a:rPr lang="en-US" dirty="0">
                <a:hlinkClick r:id="rId4" action="ppaction://hlinksldjump"/>
              </a:rPr>
              <a:t>Create a casual email, and include a few jokes and emojis. </a:t>
            </a:r>
            <a:r>
              <a:rPr lang="en-US" dirty="0"/>
              <a:t>[Level6_Decision2_OptionB]</a:t>
            </a:r>
          </a:p>
          <a:p>
            <a:endParaRPr lang="en-US" dirty="0"/>
          </a:p>
        </p:txBody>
      </p:sp>
      <p:sp>
        <p:nvSpPr>
          <p:cNvPr id="10" name="Text Placeholder 3">
            <a:extLst>
              <a:ext uri="{FF2B5EF4-FFF2-40B4-BE49-F238E27FC236}">
                <a16:creationId xmlns:a16="http://schemas.microsoft.com/office/drawing/2014/main" id="{DD612EFC-5F2F-40BF-B346-27178F2912CF}"/>
              </a:ext>
            </a:extLst>
          </p:cNvPr>
          <p:cNvSpPr txBox="1">
            <a:spLocks/>
          </p:cNvSpPr>
          <p:nvPr/>
        </p:nvSpPr>
        <p:spPr>
          <a:xfrm>
            <a:off x="1255451" y="282047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1" name="Text Placeholder 3">
            <a:extLst>
              <a:ext uri="{FF2B5EF4-FFF2-40B4-BE49-F238E27FC236}">
                <a16:creationId xmlns:a16="http://schemas.microsoft.com/office/drawing/2014/main" id="{747A1133-9C5C-4303-8E25-5E1C1EA74805}"/>
              </a:ext>
            </a:extLst>
          </p:cNvPr>
          <p:cNvSpPr txBox="1">
            <a:spLocks/>
          </p:cNvSpPr>
          <p:nvPr/>
        </p:nvSpPr>
        <p:spPr>
          <a:xfrm>
            <a:off x="1258729" y="375685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3525014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E6701-8461-4315-B0D9-01D2E60020B4}"/>
              </a:ext>
            </a:extLst>
          </p:cNvPr>
          <p:cNvSpPr txBox="1"/>
          <p:nvPr/>
        </p:nvSpPr>
        <p:spPr>
          <a:xfrm>
            <a:off x="795112" y="1199794"/>
            <a:ext cx="11396888" cy="103874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The analytics show your social media posts are not getting a lot of views. How can you reach more people directly? You decide to send a message to your customer base, rather than relying solely on social media. What is the best strategy when crafting an email to send to your existing customers?   </a:t>
            </a:r>
          </a:p>
        </p:txBody>
      </p:sp>
      <p:sp>
        <p:nvSpPr>
          <p:cNvPr id="4" name="TextBox 3">
            <a:extLst>
              <a:ext uri="{FF2B5EF4-FFF2-40B4-BE49-F238E27FC236}">
                <a16:creationId xmlns:a16="http://schemas.microsoft.com/office/drawing/2014/main" id="{4D72C851-2018-4259-A95D-9E1A00930D77}"/>
              </a:ext>
            </a:extLst>
          </p:cNvPr>
          <p:cNvSpPr txBox="1"/>
          <p:nvPr/>
        </p:nvSpPr>
        <p:spPr>
          <a:xfrm>
            <a:off x="795111" y="32018"/>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Level6_Decision2</a:t>
            </a:r>
          </a:p>
        </p:txBody>
      </p:sp>
      <p:sp>
        <p:nvSpPr>
          <p:cNvPr id="9" name="TextBox 8">
            <a:extLst>
              <a:ext uri="{FF2B5EF4-FFF2-40B4-BE49-F238E27FC236}">
                <a16:creationId xmlns:a16="http://schemas.microsoft.com/office/drawing/2014/main" id="{40594F97-AB60-4937-8B5C-E09F19F170D5}"/>
              </a:ext>
            </a:extLst>
          </p:cNvPr>
          <p:cNvSpPr txBox="1"/>
          <p:nvPr/>
        </p:nvSpPr>
        <p:spPr>
          <a:xfrm>
            <a:off x="795113" y="4804344"/>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 email directly from a company should sound professional and use language the recipients are comfortable with.</a:t>
            </a:r>
          </a:p>
        </p:txBody>
      </p:sp>
      <p:sp>
        <p:nvSpPr>
          <p:cNvPr id="11" name="Arrow: Pentagon 10">
            <a:extLst>
              <a:ext uri="{FF2B5EF4-FFF2-40B4-BE49-F238E27FC236}">
                <a16:creationId xmlns:a16="http://schemas.microsoft.com/office/drawing/2014/main" id="{E26961BB-BDFC-47A9-8A1B-2BF5B7B35A67}"/>
              </a:ext>
            </a:extLst>
          </p:cNvPr>
          <p:cNvSpPr/>
          <p:nvPr/>
        </p:nvSpPr>
        <p:spPr>
          <a:xfrm>
            <a:off x="98674" y="275515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789130D4-EC33-44B3-B291-5184DB5D92AD}"/>
              </a:ext>
            </a:extLst>
          </p:cNvPr>
          <p:cNvSpPr txBox="1"/>
          <p:nvPr/>
        </p:nvSpPr>
        <p:spPr>
          <a:xfrm>
            <a:off x="795115" y="596966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a:t>
            </a:r>
            <a:r>
              <a:rPr lang="en-US" kern="0" dirty="0">
                <a:solidFill>
                  <a:prstClr val="black"/>
                </a:solidFill>
              </a:rPr>
              <a:t>choose an email method</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Webinar attendance is very low.</a:t>
            </a:r>
          </a:p>
        </p:txBody>
      </p:sp>
      <p:sp>
        <p:nvSpPr>
          <p:cNvPr id="14" name="TextBox 13">
            <a:extLst>
              <a:ext uri="{FF2B5EF4-FFF2-40B4-BE49-F238E27FC236}">
                <a16:creationId xmlns:a16="http://schemas.microsoft.com/office/drawing/2014/main" id="{48648223-A6C9-430D-9C9E-7B9061AC9151}"/>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advertise on a personal profile page.</a:t>
            </a:r>
          </a:p>
        </p:txBody>
      </p:sp>
      <p:sp>
        <p:nvSpPr>
          <p:cNvPr id="15" name="TextBox 14">
            <a:extLst>
              <a:ext uri="{FF2B5EF4-FFF2-40B4-BE49-F238E27FC236}">
                <a16:creationId xmlns:a16="http://schemas.microsoft.com/office/drawing/2014/main" id="{91476B1E-D238-4C14-9137-7B1A0B682CBD}"/>
              </a:ext>
            </a:extLst>
          </p:cNvPr>
          <p:cNvSpPr txBox="1"/>
          <p:nvPr/>
        </p:nvSpPr>
        <p:spPr>
          <a:xfrm>
            <a:off x="1670180" y="2764583"/>
            <a:ext cx="10521820" cy="166968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3" action="ppaction://hlinksldjump"/>
              </a:rPr>
              <a:t>Create a professional email that uses formal language and technology jargon.</a:t>
            </a:r>
            <a:r>
              <a:rPr lang="en-US" dirty="0"/>
              <a:t> [Level6_Decision2_OptionA]</a:t>
            </a:r>
          </a:p>
          <a:p>
            <a:endParaRPr lang="en-US" dirty="0">
              <a:hlinkClick r:id="rId4" action="ppaction://hlinksldjump"/>
            </a:endParaRPr>
          </a:p>
          <a:p>
            <a:r>
              <a:rPr lang="en-US" dirty="0">
                <a:hlinkClick r:id="rId4" action="ppaction://hlinksldjump"/>
              </a:rPr>
              <a:t>Create a casual email, and include a few jokes and emojis. </a:t>
            </a:r>
            <a:r>
              <a:rPr lang="en-US" dirty="0"/>
              <a:t>[Level6_Decision2_OptionB]</a:t>
            </a:r>
          </a:p>
          <a:p>
            <a:endParaRPr lang="en-US" dirty="0"/>
          </a:p>
        </p:txBody>
      </p:sp>
      <p:sp>
        <p:nvSpPr>
          <p:cNvPr id="10" name="Text Placeholder 3">
            <a:extLst>
              <a:ext uri="{FF2B5EF4-FFF2-40B4-BE49-F238E27FC236}">
                <a16:creationId xmlns:a16="http://schemas.microsoft.com/office/drawing/2014/main" id="{F3FD2534-94E3-4836-8E91-AE0B23EDDBF1}"/>
              </a:ext>
            </a:extLst>
          </p:cNvPr>
          <p:cNvSpPr txBox="1">
            <a:spLocks/>
          </p:cNvSpPr>
          <p:nvPr/>
        </p:nvSpPr>
        <p:spPr>
          <a:xfrm>
            <a:off x="1255451" y="275515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2" name="Text Placeholder 3">
            <a:extLst>
              <a:ext uri="{FF2B5EF4-FFF2-40B4-BE49-F238E27FC236}">
                <a16:creationId xmlns:a16="http://schemas.microsoft.com/office/drawing/2014/main" id="{EC2785DE-1C9B-4659-BBD0-7F83CE193946}"/>
              </a:ext>
            </a:extLst>
          </p:cNvPr>
          <p:cNvSpPr txBox="1">
            <a:spLocks/>
          </p:cNvSpPr>
          <p:nvPr/>
        </p:nvSpPr>
        <p:spPr>
          <a:xfrm>
            <a:off x="1258729" y="371019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913273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E6701-8461-4315-B0D9-01D2E60020B4}"/>
              </a:ext>
            </a:extLst>
          </p:cNvPr>
          <p:cNvSpPr txBox="1"/>
          <p:nvPr/>
        </p:nvSpPr>
        <p:spPr>
          <a:xfrm>
            <a:off x="795110" y="1190463"/>
            <a:ext cx="11396889" cy="103874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ran your email by a few colleagues, and they think it is perfect for your audience – professional, technical, and informative. Your email is ready to send out, so you schedule it for 8AM the next day to reach customers’ inboxes as they start their day. How should you include the email addresses?   </a:t>
            </a:r>
          </a:p>
        </p:txBody>
      </p:sp>
      <p:sp>
        <p:nvSpPr>
          <p:cNvPr id="4" name="TextBox 3">
            <a:extLst>
              <a:ext uri="{FF2B5EF4-FFF2-40B4-BE49-F238E27FC236}">
                <a16:creationId xmlns:a16="http://schemas.microsoft.com/office/drawing/2014/main" id="{4D72C851-2018-4259-A95D-9E1A00930D77}"/>
              </a:ext>
            </a:extLst>
          </p:cNvPr>
          <p:cNvSpPr txBox="1"/>
          <p:nvPr/>
        </p:nvSpPr>
        <p:spPr>
          <a:xfrm>
            <a:off x="795111" y="1754"/>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Level7_Decision1</a:t>
            </a:r>
          </a:p>
        </p:txBody>
      </p:sp>
      <p:sp>
        <p:nvSpPr>
          <p:cNvPr id="8" name="TextBox 7">
            <a:extLst>
              <a:ext uri="{FF2B5EF4-FFF2-40B4-BE49-F238E27FC236}">
                <a16:creationId xmlns:a16="http://schemas.microsoft.com/office/drawing/2014/main" id="{B5D4FD80-03E9-4E89-B80D-ED4C55DB474D}"/>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Sending the email by BCC will protect the privacy of all recipients.</a:t>
            </a:r>
          </a:p>
        </p:txBody>
      </p:sp>
      <p:sp>
        <p:nvSpPr>
          <p:cNvPr id="9" name="Arrow: Pentagon 8">
            <a:extLst>
              <a:ext uri="{FF2B5EF4-FFF2-40B4-BE49-F238E27FC236}">
                <a16:creationId xmlns:a16="http://schemas.microsoft.com/office/drawing/2014/main" id="{0E4989E4-D590-4AC6-A457-98F2530511E9}"/>
              </a:ext>
            </a:extLst>
          </p:cNvPr>
          <p:cNvSpPr/>
          <p:nvPr/>
        </p:nvSpPr>
        <p:spPr>
          <a:xfrm>
            <a:off x="98877" y="298006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TextBox 10">
            <a:extLst>
              <a:ext uri="{FF2B5EF4-FFF2-40B4-BE49-F238E27FC236}">
                <a16:creationId xmlns:a16="http://schemas.microsoft.com/office/drawing/2014/main" id="{26037B13-4E8D-4A0D-AB6D-2C576A212064}"/>
              </a:ext>
            </a:extLst>
          </p:cNvPr>
          <p:cNvSpPr txBox="1"/>
          <p:nvPr/>
        </p:nvSpPr>
        <p:spPr>
          <a:xfrm>
            <a:off x="795115" y="592301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The marketing campaign is a huge success.</a:t>
            </a:r>
          </a:p>
          <a:p>
            <a:pPr lvl="0">
              <a:defRPr/>
            </a:pPr>
            <a:r>
              <a:rPr lang="en-US" kern="0" dirty="0">
                <a:solidFill>
                  <a:prstClr val="black"/>
                </a:solidFill>
                <a:latin typeface="Calibri" panose="020F0502020204030204"/>
              </a:rPr>
              <a:t>If Option B: </a:t>
            </a:r>
            <a:r>
              <a:rPr lang="en-US" kern="0" dirty="0">
                <a:solidFill>
                  <a:prstClr val="black"/>
                </a:solidFill>
              </a:rPr>
              <a:t>Project is transferred to someone else.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8087A84-6110-4DFD-9171-B63D26C56E76}"/>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write a professional sounding email.</a:t>
            </a:r>
          </a:p>
        </p:txBody>
      </p:sp>
      <p:sp>
        <p:nvSpPr>
          <p:cNvPr id="13" name="TextBox 12">
            <a:extLst>
              <a:ext uri="{FF2B5EF4-FFF2-40B4-BE49-F238E27FC236}">
                <a16:creationId xmlns:a16="http://schemas.microsoft.com/office/drawing/2014/main" id="{2BE63572-1297-4A67-B330-921EEAE88593}"/>
              </a:ext>
            </a:extLst>
          </p:cNvPr>
          <p:cNvSpPr txBox="1"/>
          <p:nvPr/>
        </p:nvSpPr>
        <p:spPr>
          <a:xfrm>
            <a:off x="1651519" y="2952073"/>
            <a:ext cx="10540482" cy="135421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3" action="ppaction://hlinksldjump"/>
              </a:rPr>
              <a:t>BCC all recipients.</a:t>
            </a:r>
            <a:r>
              <a:rPr lang="en-US" dirty="0"/>
              <a:t> [Level7_Decision1_OptionA]</a:t>
            </a:r>
          </a:p>
          <a:p>
            <a:endParaRPr lang="en-US" dirty="0"/>
          </a:p>
          <a:p>
            <a:r>
              <a:rPr lang="en-US" dirty="0">
                <a:hlinkClick r:id="rId4" action="ppaction://hlinksldjump"/>
              </a:rPr>
              <a:t>CC all recipients. </a:t>
            </a:r>
            <a:r>
              <a:rPr lang="en-US" dirty="0"/>
              <a:t>[Level7_Decision1_OptionB]</a:t>
            </a:r>
          </a:p>
          <a:p>
            <a:endParaRPr lang="en-US" dirty="0"/>
          </a:p>
        </p:txBody>
      </p:sp>
      <p:sp>
        <p:nvSpPr>
          <p:cNvPr id="10" name="Text Placeholder 3">
            <a:extLst>
              <a:ext uri="{FF2B5EF4-FFF2-40B4-BE49-F238E27FC236}">
                <a16:creationId xmlns:a16="http://schemas.microsoft.com/office/drawing/2014/main" id="{32F39E05-A349-4457-85F5-9825912135CF}"/>
              </a:ext>
            </a:extLst>
          </p:cNvPr>
          <p:cNvSpPr txBox="1">
            <a:spLocks/>
          </p:cNvSpPr>
          <p:nvPr/>
        </p:nvSpPr>
        <p:spPr>
          <a:xfrm>
            <a:off x="1255451" y="296043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4" name="Text Placeholder 3">
            <a:extLst>
              <a:ext uri="{FF2B5EF4-FFF2-40B4-BE49-F238E27FC236}">
                <a16:creationId xmlns:a16="http://schemas.microsoft.com/office/drawing/2014/main" id="{0A420AC5-9548-436A-B12F-618BCB8DA3DD}"/>
              </a:ext>
            </a:extLst>
          </p:cNvPr>
          <p:cNvSpPr txBox="1">
            <a:spLocks/>
          </p:cNvSpPr>
          <p:nvPr/>
        </p:nvSpPr>
        <p:spPr>
          <a:xfrm>
            <a:off x="1258729" y="355157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30088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E6701-8461-4315-B0D9-01D2E60020B4}"/>
              </a:ext>
            </a:extLst>
          </p:cNvPr>
          <p:cNvSpPr txBox="1"/>
          <p:nvPr/>
        </p:nvSpPr>
        <p:spPr>
          <a:xfrm>
            <a:off x="795110" y="1199794"/>
            <a:ext cx="11396889" cy="1283462"/>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think your email looks great! You add some color to the font to make it stand out. Your email is ready to send out, so you schedule it for 8AM the next day to reach customers’ inboxes as they start their day. How should you include the email addresses?   </a:t>
            </a:r>
          </a:p>
        </p:txBody>
      </p:sp>
      <p:sp>
        <p:nvSpPr>
          <p:cNvPr id="4" name="TextBox 3">
            <a:extLst>
              <a:ext uri="{FF2B5EF4-FFF2-40B4-BE49-F238E27FC236}">
                <a16:creationId xmlns:a16="http://schemas.microsoft.com/office/drawing/2014/main" id="{4D72C851-2018-4259-A95D-9E1A00930D77}"/>
              </a:ext>
            </a:extLst>
          </p:cNvPr>
          <p:cNvSpPr txBox="1"/>
          <p:nvPr/>
        </p:nvSpPr>
        <p:spPr>
          <a:xfrm>
            <a:off x="795111"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Level7_Decision2</a:t>
            </a:r>
          </a:p>
        </p:txBody>
      </p:sp>
      <p:sp>
        <p:nvSpPr>
          <p:cNvPr id="8" name="TextBox 7">
            <a:extLst>
              <a:ext uri="{FF2B5EF4-FFF2-40B4-BE49-F238E27FC236}">
                <a16:creationId xmlns:a16="http://schemas.microsoft.com/office/drawing/2014/main" id="{42EFB8EF-0D2F-4E9D-81AE-CAA8CF282A91}"/>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Sending the email by BCC will protect the privacy of all recipients.</a:t>
            </a:r>
          </a:p>
        </p:txBody>
      </p:sp>
      <p:sp>
        <p:nvSpPr>
          <p:cNvPr id="9" name="Arrow: Pentagon 8">
            <a:extLst>
              <a:ext uri="{FF2B5EF4-FFF2-40B4-BE49-F238E27FC236}">
                <a16:creationId xmlns:a16="http://schemas.microsoft.com/office/drawing/2014/main" id="{98D03EFD-78A6-4454-A258-91A68E8E01C4}"/>
              </a:ext>
            </a:extLst>
          </p:cNvPr>
          <p:cNvSpPr/>
          <p:nvPr/>
        </p:nvSpPr>
        <p:spPr>
          <a:xfrm>
            <a:off x="89546" y="324735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0" name="TextBox 9">
            <a:extLst>
              <a:ext uri="{FF2B5EF4-FFF2-40B4-BE49-F238E27FC236}">
                <a16:creationId xmlns:a16="http://schemas.microsoft.com/office/drawing/2014/main" id="{1D169732-B4BE-41EC-B619-AAF8587DC200}"/>
              </a:ext>
            </a:extLst>
          </p:cNvPr>
          <p:cNvSpPr txBox="1"/>
          <p:nvPr/>
        </p:nvSpPr>
        <p:spPr>
          <a:xfrm>
            <a:off x="795115" y="596966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The marketing campaign is a huge success.</a:t>
            </a:r>
          </a:p>
          <a:p>
            <a:pPr lvl="0">
              <a:defRPr/>
            </a:pPr>
            <a:r>
              <a:rPr lang="en-US" kern="0" dirty="0">
                <a:solidFill>
                  <a:prstClr val="black"/>
                </a:solidFill>
              </a:rPr>
              <a:t>If Option B: Project is transferred to someone else.</a:t>
            </a:r>
          </a:p>
        </p:txBody>
      </p:sp>
      <p:sp>
        <p:nvSpPr>
          <p:cNvPr id="13" name="TextBox 12">
            <a:extLst>
              <a:ext uri="{FF2B5EF4-FFF2-40B4-BE49-F238E27FC236}">
                <a16:creationId xmlns:a16="http://schemas.microsoft.com/office/drawing/2014/main" id="{E3BA89B4-649D-4E92-988D-AA6F0320F35C}"/>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On this track, the student has made some poor strategic decisions.</a:t>
            </a:r>
          </a:p>
        </p:txBody>
      </p:sp>
      <p:sp>
        <p:nvSpPr>
          <p:cNvPr id="14" name="TextBox 13">
            <a:extLst>
              <a:ext uri="{FF2B5EF4-FFF2-40B4-BE49-F238E27FC236}">
                <a16:creationId xmlns:a16="http://schemas.microsoft.com/office/drawing/2014/main" id="{1B0F116D-BBFA-425F-8167-056B597CF15D}"/>
              </a:ext>
            </a:extLst>
          </p:cNvPr>
          <p:cNvSpPr txBox="1"/>
          <p:nvPr/>
        </p:nvSpPr>
        <p:spPr>
          <a:xfrm>
            <a:off x="1642188" y="3228692"/>
            <a:ext cx="10549812" cy="135421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hlinkClick r:id="rId2" action="ppaction://hlinksldjump"/>
              </a:rPr>
              <a:t>BCC all recipients. </a:t>
            </a:r>
            <a:r>
              <a:rPr lang="en-US" dirty="0"/>
              <a:t>[Level7_Decision2_OptionA]</a:t>
            </a:r>
          </a:p>
          <a:p>
            <a:endParaRPr lang="en-US" dirty="0"/>
          </a:p>
          <a:p>
            <a:r>
              <a:rPr lang="en-US" dirty="0">
                <a:hlinkClick r:id="rId3" action="ppaction://hlinksldjump"/>
              </a:rPr>
              <a:t>CC all recipients</a:t>
            </a:r>
            <a:r>
              <a:rPr lang="en-US" dirty="0"/>
              <a:t>. [Level7_Decision2_OptionB]</a:t>
            </a:r>
          </a:p>
          <a:p>
            <a:endParaRPr lang="en-US" dirty="0"/>
          </a:p>
        </p:txBody>
      </p:sp>
      <p:sp>
        <p:nvSpPr>
          <p:cNvPr id="11" name="Text Placeholder 3">
            <a:extLst>
              <a:ext uri="{FF2B5EF4-FFF2-40B4-BE49-F238E27FC236}">
                <a16:creationId xmlns:a16="http://schemas.microsoft.com/office/drawing/2014/main" id="{B447F5C5-2E01-4D08-AE65-FE22161D7F80}"/>
              </a:ext>
            </a:extLst>
          </p:cNvPr>
          <p:cNvSpPr txBox="1">
            <a:spLocks/>
          </p:cNvSpPr>
          <p:nvPr/>
        </p:nvSpPr>
        <p:spPr>
          <a:xfrm>
            <a:off x="1255451" y="321235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2" name="Text Placeholder 3">
            <a:extLst>
              <a:ext uri="{FF2B5EF4-FFF2-40B4-BE49-F238E27FC236}">
                <a16:creationId xmlns:a16="http://schemas.microsoft.com/office/drawing/2014/main" id="{8E6D6586-C9B7-4A5B-8EFC-3020FDA55F96}"/>
              </a:ext>
            </a:extLst>
          </p:cNvPr>
          <p:cNvSpPr txBox="1">
            <a:spLocks/>
          </p:cNvSpPr>
          <p:nvPr/>
        </p:nvSpPr>
        <p:spPr>
          <a:xfrm>
            <a:off x="1258729" y="383149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Tree>
    <p:extLst>
      <p:ext uri="{BB962C8B-B14F-4D97-AF65-F5344CB8AC3E}">
        <p14:creationId xmlns:p14="http://schemas.microsoft.com/office/powerpoint/2010/main" val="2407636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2E6701-8461-4315-B0D9-01D2E60020B4}"/>
              </a:ext>
            </a:extLst>
          </p:cNvPr>
          <p:cNvSpPr txBox="1"/>
          <p:nvPr/>
        </p:nvSpPr>
        <p:spPr>
          <a:xfrm>
            <a:off x="795111" y="1239369"/>
            <a:ext cx="11396888" cy="3247043"/>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You’re thrilled when your inbox receives over one hundred responses within the first fifteen minutes! But, when you start opening the reply emails, you realize most of the customers are upset that their email addresses were shared when you used the CC option.   </a:t>
            </a:r>
          </a:p>
          <a:p>
            <a:endParaRPr lang="en-US" dirty="0"/>
          </a:p>
          <a:p>
            <a:endParaRPr lang="en-US" dirty="0"/>
          </a:p>
          <a:p>
            <a:endParaRPr lang="en-US" dirty="0"/>
          </a:p>
          <a:p>
            <a:endParaRPr lang="en-US" dirty="0">
              <a:hlinkClick r:id="rId2" action="ppaction://hlinksldjump"/>
            </a:endParaRPr>
          </a:p>
          <a:p>
            <a:endParaRPr lang="en-US" dirty="0">
              <a:hlinkClick r:id="rId2" action="ppaction://hlinksldjump"/>
            </a:endParaRPr>
          </a:p>
          <a:p>
            <a:r>
              <a:rPr lang="en-US" dirty="0">
                <a:hlinkClick r:id="rId2" action="ppaction://hlinksldjump"/>
              </a:rPr>
              <a:t>Continue</a:t>
            </a:r>
            <a:endParaRPr lang="en-US" dirty="0"/>
          </a:p>
          <a:p>
            <a:endParaRPr lang="en-US" dirty="0"/>
          </a:p>
        </p:txBody>
      </p:sp>
      <p:sp>
        <p:nvSpPr>
          <p:cNvPr id="4" name="TextBox 3">
            <a:extLst>
              <a:ext uri="{FF2B5EF4-FFF2-40B4-BE49-F238E27FC236}">
                <a16:creationId xmlns:a16="http://schemas.microsoft.com/office/drawing/2014/main" id="{4D72C851-2018-4259-A95D-9E1A00930D77}"/>
              </a:ext>
            </a:extLst>
          </p:cNvPr>
          <p:cNvSpPr txBox="1"/>
          <p:nvPr/>
        </p:nvSpPr>
        <p:spPr>
          <a:xfrm>
            <a:off x="795111" y="0"/>
            <a:ext cx="10412617" cy="604524"/>
          </a:xfrm>
          <a:prstGeom prst="rect">
            <a:avLst/>
          </a:prstGeom>
        </p:spPr>
        <p:txBody>
          <a:bodyPr vert="horz" lIns="91440" tIns="45720" rIns="91440" bIns="45720" rtlCol="0" anchor="ctr">
            <a:normAutofit fontScale="97500"/>
          </a:bodyPr>
          <a:lstStyle>
            <a:lvl1pPr>
              <a:lnSpc>
                <a:spcPct val="90000"/>
              </a:lnSpc>
              <a:spcBef>
                <a:spcPct val="0"/>
              </a:spcBef>
              <a:buNone/>
              <a:defRPr sz="3698">
                <a:latin typeface="+mj-lt"/>
                <a:ea typeface="+mj-ea"/>
                <a:cs typeface="+mj-cs"/>
              </a:defRPr>
            </a:lvl1pPr>
          </a:lstStyle>
          <a:p>
            <a:r>
              <a:rPr lang="en-US" dirty="0"/>
              <a:t>Level7_Story1</a:t>
            </a:r>
          </a:p>
        </p:txBody>
      </p:sp>
      <p:sp>
        <p:nvSpPr>
          <p:cNvPr id="9" name="TextBox 8">
            <a:extLst>
              <a:ext uri="{FF2B5EF4-FFF2-40B4-BE49-F238E27FC236}">
                <a16:creationId xmlns:a16="http://schemas.microsoft.com/office/drawing/2014/main" id="{319413F0-960A-4F17-8B54-89766FC900E8}"/>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Project is transferred to someone else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55BEB83-AE2D-4663-9DF6-91B31A16BDE9}"/>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CC all recipients.</a:t>
            </a:r>
          </a:p>
        </p:txBody>
      </p:sp>
    </p:spTree>
    <p:extLst>
      <p:ext uri="{BB962C8B-B14F-4D97-AF65-F5344CB8AC3E}">
        <p14:creationId xmlns:p14="http://schemas.microsoft.com/office/powerpoint/2010/main" val="1297441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94035" y="339436"/>
            <a:ext cx="10412618" cy="2952404"/>
          </a:xfrm>
        </p:spPr>
        <p:txBody>
          <a:bodyPr>
            <a:normAutofit fontScale="90000"/>
          </a:bodyPr>
          <a:lstStyle/>
          <a:p>
            <a:r>
              <a:rPr lang="en-US" sz="4000" dirty="0">
                <a:solidFill>
                  <a:schemeClr val="tx1"/>
                </a:solidFill>
              </a:rPr>
              <a:t>Outcome 0:</a:t>
            </a:r>
            <a:br>
              <a:rPr lang="en-US" sz="3100" dirty="0">
                <a:solidFill>
                  <a:schemeClr val="tx1"/>
                </a:solidFill>
              </a:rPr>
            </a:br>
            <a:r>
              <a:rPr lang="en-US" sz="4000" dirty="0">
                <a:solidFill>
                  <a:schemeClr val="tx1"/>
                </a:solidFill>
              </a:rPr>
              <a:t>Two days before the webinar, and fewer than one hundred people are signed up. </a:t>
            </a:r>
            <a:r>
              <a:rPr lang="en-US" sz="3600" dirty="0">
                <a:solidFill>
                  <a:schemeClr val="tx1"/>
                </a:solidFill>
              </a:rPr>
              <a:t>In your experience, you usually get a lot fewer actual attendees than people who sign up. Your bosses have postponed the webinar and reassigned the marketing to another colleague.</a:t>
            </a:r>
            <a:endParaRPr lang="en-US" dirty="0">
              <a:solidFill>
                <a:schemeClr val="tx1"/>
              </a:solidFill>
              <a:cs typeface="Calibri Light"/>
            </a:endParaRPr>
          </a:p>
        </p:txBody>
      </p:sp>
      <p:sp>
        <p:nvSpPr>
          <p:cNvPr id="16" name="Text Placeholder 1">
            <a:extLst>
              <a:ext uri="{FF2B5EF4-FFF2-40B4-BE49-F238E27FC236}">
                <a16:creationId xmlns:a16="http://schemas.microsoft.com/office/drawing/2014/main" id="{8B3AA014-BE72-44A1-B85A-7988436831BA}"/>
              </a:ext>
            </a:extLst>
          </p:cNvPr>
          <p:cNvSpPr txBox="1">
            <a:spLocks/>
          </p:cNvSpPr>
          <p:nvPr/>
        </p:nvSpPr>
        <p:spPr>
          <a:xfrm>
            <a:off x="994035" y="4045291"/>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17" name="Rectangle 16">
            <a:extLst>
              <a:ext uri="{FF2B5EF4-FFF2-40B4-BE49-F238E27FC236}">
                <a16:creationId xmlns:a16="http://schemas.microsoft.com/office/drawing/2014/main" id="{B01C5E6F-F4EA-4380-A9ED-25B6DB975D70}"/>
              </a:ext>
            </a:extLst>
          </p:cNvPr>
          <p:cNvSpPr/>
          <p:nvPr/>
        </p:nvSpPr>
        <p:spPr>
          <a:xfrm>
            <a:off x="1034240" y="4928878"/>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Tree>
    <p:custDataLst>
      <p:tags r:id="rId1"/>
    </p:custDataLst>
    <p:extLst>
      <p:ext uri="{BB962C8B-B14F-4D97-AF65-F5344CB8AC3E}">
        <p14:creationId xmlns:p14="http://schemas.microsoft.com/office/powerpoint/2010/main" val="513619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94035" y="339436"/>
            <a:ext cx="10412618" cy="2952404"/>
          </a:xfrm>
        </p:spPr>
        <p:txBody>
          <a:bodyPr>
            <a:noAutofit/>
          </a:bodyPr>
          <a:lstStyle/>
          <a:p>
            <a:r>
              <a:rPr lang="en-US" sz="3600" dirty="0">
                <a:solidFill>
                  <a:schemeClr val="tx1"/>
                </a:solidFill>
              </a:rPr>
              <a:t>Outcome 1:</a:t>
            </a:r>
            <a:br>
              <a:rPr lang="en-US" sz="3600" dirty="0">
                <a:solidFill>
                  <a:schemeClr val="tx1"/>
                </a:solidFill>
              </a:rPr>
            </a:br>
            <a:r>
              <a:rPr lang="en-US" sz="3600" dirty="0">
                <a:solidFill>
                  <a:schemeClr val="tx1"/>
                </a:solidFill>
              </a:rPr>
              <a:t>Two days before the webinar, and only a few hundred people are signed up. The analytics show that your interactions did not reach nearly as many customers as you hoped for. Your bosses have asked you to prepare a report analyzing your efforts in order to achieve better results next time.</a:t>
            </a:r>
            <a:endParaRPr lang="en-US" sz="3600" dirty="0">
              <a:solidFill>
                <a:schemeClr val="tx1"/>
              </a:solidFill>
              <a:cs typeface="Calibri Light"/>
            </a:endParaRPr>
          </a:p>
        </p:txBody>
      </p:sp>
      <p:sp>
        <p:nvSpPr>
          <p:cNvPr id="11" name="Text Placeholder 1">
            <a:extLst>
              <a:ext uri="{FF2B5EF4-FFF2-40B4-BE49-F238E27FC236}">
                <a16:creationId xmlns:a16="http://schemas.microsoft.com/office/drawing/2014/main" id="{9F4CC29A-D7FE-4440-96BE-9CA3B52CEE89}"/>
              </a:ext>
            </a:extLst>
          </p:cNvPr>
          <p:cNvSpPr txBox="1">
            <a:spLocks/>
          </p:cNvSpPr>
          <p:nvPr/>
        </p:nvSpPr>
        <p:spPr>
          <a:xfrm>
            <a:off x="994035" y="4045291"/>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14" name="Rectangle 13">
            <a:extLst>
              <a:ext uri="{FF2B5EF4-FFF2-40B4-BE49-F238E27FC236}">
                <a16:creationId xmlns:a16="http://schemas.microsoft.com/office/drawing/2014/main" id="{710C742A-E838-40AB-AD44-3204211FA24B}"/>
              </a:ext>
            </a:extLst>
          </p:cNvPr>
          <p:cNvSpPr/>
          <p:nvPr/>
        </p:nvSpPr>
        <p:spPr>
          <a:xfrm>
            <a:off x="1034240" y="4928878"/>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Tree>
    <p:custDataLst>
      <p:tags r:id="rId1"/>
    </p:custDataLst>
    <p:extLst>
      <p:ext uri="{BB962C8B-B14F-4D97-AF65-F5344CB8AC3E}">
        <p14:creationId xmlns:p14="http://schemas.microsoft.com/office/powerpoint/2010/main" val="3058345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07395" y="617764"/>
            <a:ext cx="11549800" cy="2417403"/>
          </a:xfrm>
        </p:spPr>
        <p:txBody>
          <a:bodyPr>
            <a:normAutofit fontScale="90000"/>
          </a:bodyPr>
          <a:lstStyle/>
          <a:p>
            <a:r>
              <a:rPr lang="en-US" sz="3600" dirty="0">
                <a:solidFill>
                  <a:schemeClr val="tx1"/>
                </a:solidFill>
              </a:rPr>
              <a:t>Outcome 2:</a:t>
            </a:r>
            <a:br>
              <a:rPr lang="en-US" sz="3600" dirty="0">
                <a:solidFill>
                  <a:schemeClr val="tx1"/>
                </a:solidFill>
              </a:rPr>
            </a:br>
            <a:r>
              <a:rPr lang="en-US" sz="3600" dirty="0">
                <a:solidFill>
                  <a:schemeClr val="tx1"/>
                </a:solidFill>
              </a:rPr>
              <a:t>Tomorrow is the webinar and your diligence in marketing has led to over 10,000 people signing up. Your posts have been shared by customers, followers, and the media. In addition, the sales manager reports that preorders for the drone are starting to come in. Your bosses are thrilled, and have asked you to write a report analyzing your efforts to share with others in your department.</a:t>
            </a:r>
          </a:p>
        </p:txBody>
      </p:sp>
      <p:sp>
        <p:nvSpPr>
          <p:cNvPr id="11" name="Text Placeholder 1">
            <a:extLst>
              <a:ext uri="{FF2B5EF4-FFF2-40B4-BE49-F238E27FC236}">
                <a16:creationId xmlns:a16="http://schemas.microsoft.com/office/drawing/2014/main" id="{F1376B2B-9A1D-4C45-A7B0-E07F87958201}"/>
              </a:ext>
            </a:extLst>
          </p:cNvPr>
          <p:cNvSpPr txBox="1">
            <a:spLocks/>
          </p:cNvSpPr>
          <p:nvPr/>
        </p:nvSpPr>
        <p:spPr>
          <a:xfrm>
            <a:off x="707395" y="4074788"/>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13" name="Rectangle 12">
            <a:extLst>
              <a:ext uri="{FF2B5EF4-FFF2-40B4-BE49-F238E27FC236}">
                <a16:creationId xmlns:a16="http://schemas.microsoft.com/office/drawing/2014/main" id="{B5CCFE75-7E53-454A-B933-3D770B9EA0B5}"/>
              </a:ext>
            </a:extLst>
          </p:cNvPr>
          <p:cNvSpPr/>
          <p:nvPr/>
        </p:nvSpPr>
        <p:spPr>
          <a:xfrm>
            <a:off x="747600" y="4958375"/>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Tree>
    <p:custDataLst>
      <p:tags r:id="rId1"/>
    </p:custDataLst>
    <p:extLst>
      <p:ext uri="{BB962C8B-B14F-4D97-AF65-F5344CB8AC3E}">
        <p14:creationId xmlns:p14="http://schemas.microsoft.com/office/powerpoint/2010/main" val="1729003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490D6F-BFAB-4C69-81C9-655A548839D4}">
  <ds:schemaRefs>
    <ds:schemaRef ds:uri="http://schemas.microsoft.com/office/2006/metadata/properties"/>
    <ds:schemaRef ds:uri="http://schemas.microsoft.com/office/infopath/2007/PartnerControls"/>
    <ds:schemaRef ds:uri="eeab3f26-09e2-49ed-a80d-9bb89f29cea5"/>
  </ds:schemaRefs>
</ds:datastoreItem>
</file>

<file path=customXml/itemProps2.xml><?xml version="1.0" encoding="utf-8"?>
<ds:datastoreItem xmlns:ds="http://schemas.openxmlformats.org/officeDocument/2006/customXml" ds:itemID="{29AFD49C-2772-4C35-83BF-C6098175EA28}"/>
</file>

<file path=customXml/itemProps3.xml><?xml version="1.0" encoding="utf-8"?>
<ds:datastoreItem xmlns:ds="http://schemas.openxmlformats.org/officeDocument/2006/customXml" ds:itemID="{5F6A0534-CFBE-4CFB-BD27-E5CC5B406A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159</TotalTime>
  <Words>2361</Words>
  <Application>Microsoft Office PowerPoint</Application>
  <PresentationFormat>Widescreen</PresentationFormat>
  <Paragraphs>243</Paragraphs>
  <Slides>21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The DNA of Marketing a Webinar</vt:lpstr>
      <vt:lpstr>The DNA of Marketing a Webinar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Outcome 0: Two days before the webinar, and fewer than one hundred people are signed up. In your experience, you usually get a lot fewer actual attendees than people who sign up. Your bosses have postponed the webinar and reassigned the marketing to another colleague.</vt:lpstr>
      <vt:lpstr>Outcome 1: Two days before the webinar, and only a few hundred people are signed up. The analytics show that your interactions did not reach nearly as many customers as you hoped for. Your bosses have asked you to prepare a report analyzing your efforts in order to achieve better results next time.</vt:lpstr>
      <vt:lpstr>Outcome 2: Tomorrow is the webinar and your diligence in marketing has led to over 10,000 people signing up. Your posts have been shared by customers, followers, and the media. In addition, the sales manager reports that preorders for the drone are starting to come in. Your bosses are thrilled, and have asked you to write a report analyzing your efforts to share with others in your department.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Campbell</dc:creator>
  <cp:lastModifiedBy>Jill West</cp:lastModifiedBy>
  <cp:revision>152</cp:revision>
  <dcterms:created xsi:type="dcterms:W3CDTF">2019-01-28T14:50:00Z</dcterms:created>
  <dcterms:modified xsi:type="dcterms:W3CDTF">2020-02-17T21:04:51Z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