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0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01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150" y="54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9E41B8C-58A3-4350-A328-D5850234F564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5B0A2747-94C8-4B15-B514-D0E4B9DD375B}">
      <dgm:prSet/>
      <dgm:spPr/>
      <dgm:t>
        <a:bodyPr/>
        <a:lstStyle/>
        <a:p>
          <a:r>
            <a:rPr lang="en-US" baseline="0" dirty="0"/>
            <a:t>Trustworthy</a:t>
          </a:r>
          <a:endParaRPr lang="en-US" dirty="0"/>
        </a:p>
      </dgm:t>
    </dgm:pt>
    <dgm:pt modelId="{C88F8007-44C4-420E-8BA6-D93A49C610C3}" type="parTrans" cxnId="{FC1CD984-EF3B-4EBE-9201-6E10B8C35AAC}">
      <dgm:prSet/>
      <dgm:spPr/>
      <dgm:t>
        <a:bodyPr/>
        <a:lstStyle/>
        <a:p>
          <a:endParaRPr lang="en-US"/>
        </a:p>
      </dgm:t>
    </dgm:pt>
    <dgm:pt modelId="{D37A6A8B-A316-4A9F-8EE4-DF9128A75121}" type="sibTrans" cxnId="{FC1CD984-EF3B-4EBE-9201-6E10B8C35AAC}">
      <dgm:prSet/>
      <dgm:spPr/>
      <dgm:t>
        <a:bodyPr/>
        <a:lstStyle/>
        <a:p>
          <a:endParaRPr lang="en-US"/>
        </a:p>
      </dgm:t>
    </dgm:pt>
    <dgm:pt modelId="{27F2F803-BCE3-40DC-9413-59BD9F396C70}">
      <dgm:prSet/>
      <dgm:spPr/>
      <dgm:t>
        <a:bodyPr/>
        <a:lstStyle/>
        <a:p>
          <a:r>
            <a:rPr lang="en-US" baseline="0" dirty="0"/>
            <a:t>Reliable</a:t>
          </a:r>
          <a:endParaRPr lang="en-US" dirty="0"/>
        </a:p>
      </dgm:t>
    </dgm:pt>
    <dgm:pt modelId="{FF01AEF1-1FC4-4854-98CA-0EA8DF2DF372}" type="parTrans" cxnId="{9FD39807-300F-4C35-B595-271603088D13}">
      <dgm:prSet/>
      <dgm:spPr/>
      <dgm:t>
        <a:bodyPr/>
        <a:lstStyle/>
        <a:p>
          <a:endParaRPr lang="en-US"/>
        </a:p>
      </dgm:t>
    </dgm:pt>
    <dgm:pt modelId="{F24C91A2-2668-417C-9397-A02BF5EA9295}" type="sibTrans" cxnId="{9FD39807-300F-4C35-B595-271603088D13}">
      <dgm:prSet/>
      <dgm:spPr/>
      <dgm:t>
        <a:bodyPr/>
        <a:lstStyle/>
        <a:p>
          <a:endParaRPr lang="en-US"/>
        </a:p>
      </dgm:t>
    </dgm:pt>
    <dgm:pt modelId="{DE765271-1CC4-4EEF-AB3B-65538FA9C880}">
      <dgm:prSet/>
      <dgm:spPr/>
      <dgm:t>
        <a:bodyPr/>
        <a:lstStyle/>
        <a:p>
          <a:r>
            <a:rPr lang="en-US" baseline="0" dirty="0"/>
            <a:t>Customer-focused</a:t>
          </a:r>
          <a:endParaRPr lang="en-US" dirty="0"/>
        </a:p>
      </dgm:t>
    </dgm:pt>
    <dgm:pt modelId="{789DE90C-0568-40CF-A84E-5184BAB2256D}" type="parTrans" cxnId="{146AF9AE-F107-49C7-90AB-B9E600EFAE71}">
      <dgm:prSet/>
      <dgm:spPr/>
      <dgm:t>
        <a:bodyPr/>
        <a:lstStyle/>
        <a:p>
          <a:endParaRPr lang="en-US"/>
        </a:p>
      </dgm:t>
    </dgm:pt>
    <dgm:pt modelId="{BFA2CB69-A60C-45FB-8075-839F52A955AF}" type="sibTrans" cxnId="{146AF9AE-F107-49C7-90AB-B9E600EFAE71}">
      <dgm:prSet/>
      <dgm:spPr/>
      <dgm:t>
        <a:bodyPr/>
        <a:lstStyle/>
        <a:p>
          <a:endParaRPr lang="en-US"/>
        </a:p>
      </dgm:t>
    </dgm:pt>
    <dgm:pt modelId="{5AB7D04F-32CC-4466-BD2E-27FE28A11609}">
      <dgm:prSet/>
      <dgm:spPr/>
      <dgm:t>
        <a:bodyPr/>
        <a:lstStyle/>
        <a:p>
          <a:r>
            <a:rPr lang="en-US" baseline="0" dirty="0"/>
            <a:t>Dependable</a:t>
          </a:r>
          <a:endParaRPr lang="en-US" dirty="0"/>
        </a:p>
      </dgm:t>
    </dgm:pt>
    <dgm:pt modelId="{8895029B-5443-4389-BEDF-403A8D9FE9D7}" type="parTrans" cxnId="{15B6C626-D9AE-4DA6-8149-BAF788CD08C8}">
      <dgm:prSet/>
      <dgm:spPr/>
      <dgm:t>
        <a:bodyPr/>
        <a:lstStyle/>
        <a:p>
          <a:endParaRPr lang="en-US"/>
        </a:p>
      </dgm:t>
    </dgm:pt>
    <dgm:pt modelId="{3E67D4C6-0429-4575-A3DA-A01BAF1FCC45}" type="sibTrans" cxnId="{15B6C626-D9AE-4DA6-8149-BAF788CD08C8}">
      <dgm:prSet/>
      <dgm:spPr/>
      <dgm:t>
        <a:bodyPr/>
        <a:lstStyle/>
        <a:p>
          <a:endParaRPr lang="en-US"/>
        </a:p>
      </dgm:t>
    </dgm:pt>
    <dgm:pt modelId="{9B81BA50-D191-4A16-AFDF-0E0A9D03F265}" type="pres">
      <dgm:prSet presAssocID="{A9E41B8C-58A3-4350-A328-D5850234F564}" presName="linear" presStyleCnt="0">
        <dgm:presLayoutVars>
          <dgm:dir/>
          <dgm:animLvl val="lvl"/>
          <dgm:resizeHandles val="exact"/>
        </dgm:presLayoutVars>
      </dgm:prSet>
      <dgm:spPr/>
    </dgm:pt>
    <dgm:pt modelId="{8E626C02-8894-4865-AE1A-C5D250779CC2}" type="pres">
      <dgm:prSet presAssocID="{5B0A2747-94C8-4B15-B514-D0E4B9DD375B}" presName="parentLin" presStyleCnt="0"/>
      <dgm:spPr/>
    </dgm:pt>
    <dgm:pt modelId="{C94AE25E-04E7-494E-AB35-368D3D6A4835}" type="pres">
      <dgm:prSet presAssocID="{5B0A2747-94C8-4B15-B514-D0E4B9DD375B}" presName="parentLeftMargin" presStyleLbl="node1" presStyleIdx="0" presStyleCnt="4"/>
      <dgm:spPr/>
    </dgm:pt>
    <dgm:pt modelId="{3A7CD723-7B9C-467F-BBA6-6B542404639F}" type="pres">
      <dgm:prSet presAssocID="{5B0A2747-94C8-4B15-B514-D0E4B9DD375B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C408050F-08CB-44CE-8D58-BF6F68F9421D}" type="pres">
      <dgm:prSet presAssocID="{5B0A2747-94C8-4B15-B514-D0E4B9DD375B}" presName="negativeSpace" presStyleCnt="0"/>
      <dgm:spPr/>
    </dgm:pt>
    <dgm:pt modelId="{7A2A2F98-61B9-4B1A-9F36-CA05F2B9DBAA}" type="pres">
      <dgm:prSet presAssocID="{5B0A2747-94C8-4B15-B514-D0E4B9DD375B}" presName="childText" presStyleLbl="conFgAcc1" presStyleIdx="0" presStyleCnt="4">
        <dgm:presLayoutVars>
          <dgm:bulletEnabled val="1"/>
        </dgm:presLayoutVars>
      </dgm:prSet>
      <dgm:spPr/>
    </dgm:pt>
    <dgm:pt modelId="{1E8A3937-4A89-4659-80FC-7BA4F7AEA4CC}" type="pres">
      <dgm:prSet presAssocID="{D37A6A8B-A316-4A9F-8EE4-DF9128A75121}" presName="spaceBetweenRectangles" presStyleCnt="0"/>
      <dgm:spPr/>
    </dgm:pt>
    <dgm:pt modelId="{7626CFEB-0E94-40FF-BF8E-346FEF50F0BF}" type="pres">
      <dgm:prSet presAssocID="{27F2F803-BCE3-40DC-9413-59BD9F396C70}" presName="parentLin" presStyleCnt="0"/>
      <dgm:spPr/>
    </dgm:pt>
    <dgm:pt modelId="{D9BB3AE8-B38B-4FA4-9366-9668AD41521F}" type="pres">
      <dgm:prSet presAssocID="{27F2F803-BCE3-40DC-9413-59BD9F396C70}" presName="parentLeftMargin" presStyleLbl="node1" presStyleIdx="0" presStyleCnt="4"/>
      <dgm:spPr/>
    </dgm:pt>
    <dgm:pt modelId="{072EB8A8-DF5D-4D61-980C-146CB3360059}" type="pres">
      <dgm:prSet presAssocID="{27F2F803-BCE3-40DC-9413-59BD9F396C70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B5A14B89-B8F4-4978-AD41-F0E5B6424B1E}" type="pres">
      <dgm:prSet presAssocID="{27F2F803-BCE3-40DC-9413-59BD9F396C70}" presName="negativeSpace" presStyleCnt="0"/>
      <dgm:spPr/>
    </dgm:pt>
    <dgm:pt modelId="{4A5D748D-DB85-48E8-804C-87CFBBFAE510}" type="pres">
      <dgm:prSet presAssocID="{27F2F803-BCE3-40DC-9413-59BD9F396C70}" presName="childText" presStyleLbl="conFgAcc1" presStyleIdx="1" presStyleCnt="4">
        <dgm:presLayoutVars>
          <dgm:bulletEnabled val="1"/>
        </dgm:presLayoutVars>
      </dgm:prSet>
      <dgm:spPr/>
    </dgm:pt>
    <dgm:pt modelId="{916153B4-05FF-4F17-A3D3-440B3F8EFCE2}" type="pres">
      <dgm:prSet presAssocID="{F24C91A2-2668-417C-9397-A02BF5EA9295}" presName="spaceBetweenRectangles" presStyleCnt="0"/>
      <dgm:spPr/>
    </dgm:pt>
    <dgm:pt modelId="{E038A8D2-DEA1-441F-AB96-CD74EC41A6F8}" type="pres">
      <dgm:prSet presAssocID="{DE765271-1CC4-4EEF-AB3B-65538FA9C880}" presName="parentLin" presStyleCnt="0"/>
      <dgm:spPr/>
    </dgm:pt>
    <dgm:pt modelId="{FDD7C76D-2C12-4DCB-95B8-B6AD64EDA281}" type="pres">
      <dgm:prSet presAssocID="{DE765271-1CC4-4EEF-AB3B-65538FA9C880}" presName="parentLeftMargin" presStyleLbl="node1" presStyleIdx="1" presStyleCnt="4"/>
      <dgm:spPr/>
    </dgm:pt>
    <dgm:pt modelId="{DB7501C5-C266-487D-9545-84BAE7D04AC6}" type="pres">
      <dgm:prSet presAssocID="{DE765271-1CC4-4EEF-AB3B-65538FA9C880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18ACE7AB-FD07-431F-BDCA-F4F63B513864}" type="pres">
      <dgm:prSet presAssocID="{DE765271-1CC4-4EEF-AB3B-65538FA9C880}" presName="negativeSpace" presStyleCnt="0"/>
      <dgm:spPr/>
    </dgm:pt>
    <dgm:pt modelId="{CF797148-F187-470C-BD36-1D833EA557F2}" type="pres">
      <dgm:prSet presAssocID="{DE765271-1CC4-4EEF-AB3B-65538FA9C880}" presName="childText" presStyleLbl="conFgAcc1" presStyleIdx="2" presStyleCnt="4">
        <dgm:presLayoutVars>
          <dgm:bulletEnabled val="1"/>
        </dgm:presLayoutVars>
      </dgm:prSet>
      <dgm:spPr/>
    </dgm:pt>
    <dgm:pt modelId="{79A7AD77-F232-4FA1-A125-AC7789A021A5}" type="pres">
      <dgm:prSet presAssocID="{BFA2CB69-A60C-45FB-8075-839F52A955AF}" presName="spaceBetweenRectangles" presStyleCnt="0"/>
      <dgm:spPr/>
    </dgm:pt>
    <dgm:pt modelId="{646CBD3C-7F92-4069-8159-BAE83A767716}" type="pres">
      <dgm:prSet presAssocID="{5AB7D04F-32CC-4466-BD2E-27FE28A11609}" presName="parentLin" presStyleCnt="0"/>
      <dgm:spPr/>
    </dgm:pt>
    <dgm:pt modelId="{D1BD5AF6-A1F9-4CB4-9F43-763FE40A2939}" type="pres">
      <dgm:prSet presAssocID="{5AB7D04F-32CC-4466-BD2E-27FE28A11609}" presName="parentLeftMargin" presStyleLbl="node1" presStyleIdx="2" presStyleCnt="4"/>
      <dgm:spPr/>
    </dgm:pt>
    <dgm:pt modelId="{F0A11EB0-F6E5-42CA-813A-6962E5CF1667}" type="pres">
      <dgm:prSet presAssocID="{5AB7D04F-32CC-4466-BD2E-27FE28A11609}" presName="parentText" presStyleLbl="node1" presStyleIdx="3" presStyleCnt="4">
        <dgm:presLayoutVars>
          <dgm:chMax val="0"/>
          <dgm:bulletEnabled val="1"/>
        </dgm:presLayoutVars>
      </dgm:prSet>
      <dgm:spPr/>
    </dgm:pt>
    <dgm:pt modelId="{994BFBB3-EB69-48B8-8B00-4ED44F7195B8}" type="pres">
      <dgm:prSet presAssocID="{5AB7D04F-32CC-4466-BD2E-27FE28A11609}" presName="negativeSpace" presStyleCnt="0"/>
      <dgm:spPr/>
    </dgm:pt>
    <dgm:pt modelId="{9A68675D-FDF8-471C-823F-DB45B738F8C3}" type="pres">
      <dgm:prSet presAssocID="{5AB7D04F-32CC-4466-BD2E-27FE28A11609}" presName="childText" presStyleLbl="conFgAcc1" presStyleIdx="3" presStyleCnt="4">
        <dgm:presLayoutVars>
          <dgm:bulletEnabled val="1"/>
        </dgm:presLayoutVars>
      </dgm:prSet>
      <dgm:spPr/>
    </dgm:pt>
  </dgm:ptLst>
  <dgm:cxnLst>
    <dgm:cxn modelId="{9FD39807-300F-4C35-B595-271603088D13}" srcId="{A9E41B8C-58A3-4350-A328-D5850234F564}" destId="{27F2F803-BCE3-40DC-9413-59BD9F396C70}" srcOrd="1" destOrd="0" parTransId="{FF01AEF1-1FC4-4854-98CA-0EA8DF2DF372}" sibTransId="{F24C91A2-2668-417C-9397-A02BF5EA9295}"/>
    <dgm:cxn modelId="{15B6C626-D9AE-4DA6-8149-BAF788CD08C8}" srcId="{A9E41B8C-58A3-4350-A328-D5850234F564}" destId="{5AB7D04F-32CC-4466-BD2E-27FE28A11609}" srcOrd="3" destOrd="0" parTransId="{8895029B-5443-4389-BEDF-403A8D9FE9D7}" sibTransId="{3E67D4C6-0429-4575-A3DA-A01BAF1FCC45}"/>
    <dgm:cxn modelId="{7FCB6864-A1BD-40EE-9C32-3DB887330AA8}" type="presOf" srcId="{DE765271-1CC4-4EEF-AB3B-65538FA9C880}" destId="{DB7501C5-C266-487D-9545-84BAE7D04AC6}" srcOrd="1" destOrd="0" presId="urn:microsoft.com/office/officeart/2005/8/layout/list1"/>
    <dgm:cxn modelId="{D5CBBB70-0908-4B88-8747-3BBBA88CC679}" type="presOf" srcId="{5B0A2747-94C8-4B15-B514-D0E4B9DD375B}" destId="{3A7CD723-7B9C-467F-BBA6-6B542404639F}" srcOrd="1" destOrd="0" presId="urn:microsoft.com/office/officeart/2005/8/layout/list1"/>
    <dgm:cxn modelId="{FC1CD984-EF3B-4EBE-9201-6E10B8C35AAC}" srcId="{A9E41B8C-58A3-4350-A328-D5850234F564}" destId="{5B0A2747-94C8-4B15-B514-D0E4B9DD375B}" srcOrd="0" destOrd="0" parTransId="{C88F8007-44C4-420E-8BA6-D93A49C610C3}" sibTransId="{D37A6A8B-A316-4A9F-8EE4-DF9128A75121}"/>
    <dgm:cxn modelId="{63405A99-3C00-4E96-86A7-6AE956E83751}" type="presOf" srcId="{5B0A2747-94C8-4B15-B514-D0E4B9DD375B}" destId="{C94AE25E-04E7-494E-AB35-368D3D6A4835}" srcOrd="0" destOrd="0" presId="urn:microsoft.com/office/officeart/2005/8/layout/list1"/>
    <dgm:cxn modelId="{861CB3A4-3330-4F00-A159-049122CE4B2E}" type="presOf" srcId="{5AB7D04F-32CC-4466-BD2E-27FE28A11609}" destId="{F0A11EB0-F6E5-42CA-813A-6962E5CF1667}" srcOrd="1" destOrd="0" presId="urn:microsoft.com/office/officeart/2005/8/layout/list1"/>
    <dgm:cxn modelId="{146AF9AE-F107-49C7-90AB-B9E600EFAE71}" srcId="{A9E41B8C-58A3-4350-A328-D5850234F564}" destId="{DE765271-1CC4-4EEF-AB3B-65538FA9C880}" srcOrd="2" destOrd="0" parTransId="{789DE90C-0568-40CF-A84E-5184BAB2256D}" sibTransId="{BFA2CB69-A60C-45FB-8075-839F52A955AF}"/>
    <dgm:cxn modelId="{9C0A2FB0-AE79-46ED-9BF3-168D1D963208}" type="presOf" srcId="{DE765271-1CC4-4EEF-AB3B-65538FA9C880}" destId="{FDD7C76D-2C12-4DCB-95B8-B6AD64EDA281}" srcOrd="0" destOrd="0" presId="urn:microsoft.com/office/officeart/2005/8/layout/list1"/>
    <dgm:cxn modelId="{65C64CC3-2510-42F8-803D-8689F49D2002}" type="presOf" srcId="{5AB7D04F-32CC-4466-BD2E-27FE28A11609}" destId="{D1BD5AF6-A1F9-4CB4-9F43-763FE40A2939}" srcOrd="0" destOrd="0" presId="urn:microsoft.com/office/officeart/2005/8/layout/list1"/>
    <dgm:cxn modelId="{F980B8DC-20A2-455B-897E-2C8F95F0DD73}" type="presOf" srcId="{A9E41B8C-58A3-4350-A328-D5850234F564}" destId="{9B81BA50-D191-4A16-AFDF-0E0A9D03F265}" srcOrd="0" destOrd="0" presId="urn:microsoft.com/office/officeart/2005/8/layout/list1"/>
    <dgm:cxn modelId="{68329AE1-56FE-4579-B167-731E7C0A4136}" type="presOf" srcId="{27F2F803-BCE3-40DC-9413-59BD9F396C70}" destId="{072EB8A8-DF5D-4D61-980C-146CB3360059}" srcOrd="1" destOrd="0" presId="urn:microsoft.com/office/officeart/2005/8/layout/list1"/>
    <dgm:cxn modelId="{C47BE6E4-43BD-40A6-981D-66FB3285B6C4}" type="presOf" srcId="{27F2F803-BCE3-40DC-9413-59BD9F396C70}" destId="{D9BB3AE8-B38B-4FA4-9366-9668AD41521F}" srcOrd="0" destOrd="0" presId="urn:microsoft.com/office/officeart/2005/8/layout/list1"/>
    <dgm:cxn modelId="{88CE665F-EB35-4454-A051-5362C085714F}" type="presParOf" srcId="{9B81BA50-D191-4A16-AFDF-0E0A9D03F265}" destId="{8E626C02-8894-4865-AE1A-C5D250779CC2}" srcOrd="0" destOrd="0" presId="urn:microsoft.com/office/officeart/2005/8/layout/list1"/>
    <dgm:cxn modelId="{00EA5916-A139-4A22-94F8-657ECDB8BB18}" type="presParOf" srcId="{8E626C02-8894-4865-AE1A-C5D250779CC2}" destId="{C94AE25E-04E7-494E-AB35-368D3D6A4835}" srcOrd="0" destOrd="0" presId="urn:microsoft.com/office/officeart/2005/8/layout/list1"/>
    <dgm:cxn modelId="{2B49DD5A-415F-4275-998C-5211C07C51C4}" type="presParOf" srcId="{8E626C02-8894-4865-AE1A-C5D250779CC2}" destId="{3A7CD723-7B9C-467F-BBA6-6B542404639F}" srcOrd="1" destOrd="0" presId="urn:microsoft.com/office/officeart/2005/8/layout/list1"/>
    <dgm:cxn modelId="{92C29D38-F15D-44BA-AB49-0A0CA089CE7B}" type="presParOf" srcId="{9B81BA50-D191-4A16-AFDF-0E0A9D03F265}" destId="{C408050F-08CB-44CE-8D58-BF6F68F9421D}" srcOrd="1" destOrd="0" presId="urn:microsoft.com/office/officeart/2005/8/layout/list1"/>
    <dgm:cxn modelId="{DED3E16F-D881-46CC-B2E9-802B14E4012C}" type="presParOf" srcId="{9B81BA50-D191-4A16-AFDF-0E0A9D03F265}" destId="{7A2A2F98-61B9-4B1A-9F36-CA05F2B9DBAA}" srcOrd="2" destOrd="0" presId="urn:microsoft.com/office/officeart/2005/8/layout/list1"/>
    <dgm:cxn modelId="{79974634-F450-487B-A594-FE7D052EFF0F}" type="presParOf" srcId="{9B81BA50-D191-4A16-AFDF-0E0A9D03F265}" destId="{1E8A3937-4A89-4659-80FC-7BA4F7AEA4CC}" srcOrd="3" destOrd="0" presId="urn:microsoft.com/office/officeart/2005/8/layout/list1"/>
    <dgm:cxn modelId="{122237D9-8FCE-4B7C-9898-6B112294E519}" type="presParOf" srcId="{9B81BA50-D191-4A16-AFDF-0E0A9D03F265}" destId="{7626CFEB-0E94-40FF-BF8E-346FEF50F0BF}" srcOrd="4" destOrd="0" presId="urn:microsoft.com/office/officeart/2005/8/layout/list1"/>
    <dgm:cxn modelId="{AEB2B1BD-DE56-4447-B7D3-A4927E65060A}" type="presParOf" srcId="{7626CFEB-0E94-40FF-BF8E-346FEF50F0BF}" destId="{D9BB3AE8-B38B-4FA4-9366-9668AD41521F}" srcOrd="0" destOrd="0" presId="urn:microsoft.com/office/officeart/2005/8/layout/list1"/>
    <dgm:cxn modelId="{0E92E0ED-A66A-433D-9198-6F899B4417A4}" type="presParOf" srcId="{7626CFEB-0E94-40FF-BF8E-346FEF50F0BF}" destId="{072EB8A8-DF5D-4D61-980C-146CB3360059}" srcOrd="1" destOrd="0" presId="urn:microsoft.com/office/officeart/2005/8/layout/list1"/>
    <dgm:cxn modelId="{D72205B8-DCF8-4DD7-8DCA-38ABD8BCF1EA}" type="presParOf" srcId="{9B81BA50-D191-4A16-AFDF-0E0A9D03F265}" destId="{B5A14B89-B8F4-4978-AD41-F0E5B6424B1E}" srcOrd="5" destOrd="0" presId="urn:microsoft.com/office/officeart/2005/8/layout/list1"/>
    <dgm:cxn modelId="{CEF5706E-D275-4987-824C-40FBEFF7ADE4}" type="presParOf" srcId="{9B81BA50-D191-4A16-AFDF-0E0A9D03F265}" destId="{4A5D748D-DB85-48E8-804C-87CFBBFAE510}" srcOrd="6" destOrd="0" presId="urn:microsoft.com/office/officeart/2005/8/layout/list1"/>
    <dgm:cxn modelId="{EF237ADD-A7C2-47C1-B8C0-6BD42D9ED7BC}" type="presParOf" srcId="{9B81BA50-D191-4A16-AFDF-0E0A9D03F265}" destId="{916153B4-05FF-4F17-A3D3-440B3F8EFCE2}" srcOrd="7" destOrd="0" presId="urn:microsoft.com/office/officeart/2005/8/layout/list1"/>
    <dgm:cxn modelId="{C7CAAAF5-AB1D-48DB-B002-F65BB88727D1}" type="presParOf" srcId="{9B81BA50-D191-4A16-AFDF-0E0A9D03F265}" destId="{E038A8D2-DEA1-441F-AB96-CD74EC41A6F8}" srcOrd="8" destOrd="0" presId="urn:microsoft.com/office/officeart/2005/8/layout/list1"/>
    <dgm:cxn modelId="{C53C5283-4269-4B26-A0B6-C2E2EE295537}" type="presParOf" srcId="{E038A8D2-DEA1-441F-AB96-CD74EC41A6F8}" destId="{FDD7C76D-2C12-4DCB-95B8-B6AD64EDA281}" srcOrd="0" destOrd="0" presId="urn:microsoft.com/office/officeart/2005/8/layout/list1"/>
    <dgm:cxn modelId="{AAD3AD1B-B7FB-4814-8EFB-26D0B8F35DE8}" type="presParOf" srcId="{E038A8D2-DEA1-441F-AB96-CD74EC41A6F8}" destId="{DB7501C5-C266-487D-9545-84BAE7D04AC6}" srcOrd="1" destOrd="0" presId="urn:microsoft.com/office/officeart/2005/8/layout/list1"/>
    <dgm:cxn modelId="{BCBF9401-949A-4F95-8FAC-81D1DD814D48}" type="presParOf" srcId="{9B81BA50-D191-4A16-AFDF-0E0A9D03F265}" destId="{18ACE7AB-FD07-431F-BDCA-F4F63B513864}" srcOrd="9" destOrd="0" presId="urn:microsoft.com/office/officeart/2005/8/layout/list1"/>
    <dgm:cxn modelId="{ACC5D787-3DB7-4034-8F06-E72ADBF86991}" type="presParOf" srcId="{9B81BA50-D191-4A16-AFDF-0E0A9D03F265}" destId="{CF797148-F187-470C-BD36-1D833EA557F2}" srcOrd="10" destOrd="0" presId="urn:microsoft.com/office/officeart/2005/8/layout/list1"/>
    <dgm:cxn modelId="{8636EE84-59AA-4A89-9B50-6C504E067A8B}" type="presParOf" srcId="{9B81BA50-D191-4A16-AFDF-0E0A9D03F265}" destId="{79A7AD77-F232-4FA1-A125-AC7789A021A5}" srcOrd="11" destOrd="0" presId="urn:microsoft.com/office/officeart/2005/8/layout/list1"/>
    <dgm:cxn modelId="{05A459A5-7B72-4DE6-A6C1-E75D2405A66B}" type="presParOf" srcId="{9B81BA50-D191-4A16-AFDF-0E0A9D03F265}" destId="{646CBD3C-7F92-4069-8159-BAE83A767716}" srcOrd="12" destOrd="0" presId="urn:microsoft.com/office/officeart/2005/8/layout/list1"/>
    <dgm:cxn modelId="{38D33872-3CE6-47A5-AB5F-46B08D85ED57}" type="presParOf" srcId="{646CBD3C-7F92-4069-8159-BAE83A767716}" destId="{D1BD5AF6-A1F9-4CB4-9F43-763FE40A2939}" srcOrd="0" destOrd="0" presId="urn:microsoft.com/office/officeart/2005/8/layout/list1"/>
    <dgm:cxn modelId="{3CCCED23-2BD6-41B8-A8C1-E9CFBBDD1D0C}" type="presParOf" srcId="{646CBD3C-7F92-4069-8159-BAE83A767716}" destId="{F0A11EB0-F6E5-42CA-813A-6962E5CF1667}" srcOrd="1" destOrd="0" presId="urn:microsoft.com/office/officeart/2005/8/layout/list1"/>
    <dgm:cxn modelId="{E4563019-9FEA-4A7B-8500-3C6468046985}" type="presParOf" srcId="{9B81BA50-D191-4A16-AFDF-0E0A9D03F265}" destId="{994BFBB3-EB69-48B8-8B00-4ED44F7195B8}" srcOrd="13" destOrd="0" presId="urn:microsoft.com/office/officeart/2005/8/layout/list1"/>
    <dgm:cxn modelId="{9B41332F-C2C5-4F98-BB7B-D009FD43FADC}" type="presParOf" srcId="{9B81BA50-D191-4A16-AFDF-0E0A9D03F265}" destId="{9A68675D-FDF8-471C-823F-DB45B738F8C3}" srcOrd="14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A2A2F98-61B9-4B1A-9F36-CA05F2B9DBAA}">
      <dsp:nvSpPr>
        <dsp:cNvPr id="0" name=""/>
        <dsp:cNvSpPr/>
      </dsp:nvSpPr>
      <dsp:spPr>
        <a:xfrm>
          <a:off x="0" y="350664"/>
          <a:ext cx="8915400" cy="529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A7CD723-7B9C-467F-BBA6-6B542404639F}">
      <dsp:nvSpPr>
        <dsp:cNvPr id="0" name=""/>
        <dsp:cNvSpPr/>
      </dsp:nvSpPr>
      <dsp:spPr>
        <a:xfrm>
          <a:off x="445770" y="40704"/>
          <a:ext cx="6240780" cy="6199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35887" tIns="0" rIns="235887" bIns="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baseline="0" dirty="0"/>
            <a:t>Trustworthy</a:t>
          </a:r>
          <a:endParaRPr lang="en-US" sz="2100" kern="1200" dirty="0"/>
        </a:p>
      </dsp:txBody>
      <dsp:txXfrm>
        <a:off x="476032" y="70966"/>
        <a:ext cx="6180256" cy="559396"/>
      </dsp:txXfrm>
    </dsp:sp>
    <dsp:sp modelId="{4A5D748D-DB85-48E8-804C-87CFBBFAE510}">
      <dsp:nvSpPr>
        <dsp:cNvPr id="0" name=""/>
        <dsp:cNvSpPr/>
      </dsp:nvSpPr>
      <dsp:spPr>
        <a:xfrm>
          <a:off x="0" y="1303224"/>
          <a:ext cx="8915400" cy="529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72EB8A8-DF5D-4D61-980C-146CB3360059}">
      <dsp:nvSpPr>
        <dsp:cNvPr id="0" name=""/>
        <dsp:cNvSpPr/>
      </dsp:nvSpPr>
      <dsp:spPr>
        <a:xfrm>
          <a:off x="445770" y="993264"/>
          <a:ext cx="6240780" cy="6199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35887" tIns="0" rIns="235887" bIns="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baseline="0" dirty="0"/>
            <a:t>Reliable</a:t>
          </a:r>
          <a:endParaRPr lang="en-US" sz="2100" kern="1200" dirty="0"/>
        </a:p>
      </dsp:txBody>
      <dsp:txXfrm>
        <a:off x="476032" y="1023526"/>
        <a:ext cx="6180256" cy="559396"/>
      </dsp:txXfrm>
    </dsp:sp>
    <dsp:sp modelId="{CF797148-F187-470C-BD36-1D833EA557F2}">
      <dsp:nvSpPr>
        <dsp:cNvPr id="0" name=""/>
        <dsp:cNvSpPr/>
      </dsp:nvSpPr>
      <dsp:spPr>
        <a:xfrm>
          <a:off x="0" y="2255785"/>
          <a:ext cx="8915400" cy="529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B7501C5-C266-487D-9545-84BAE7D04AC6}">
      <dsp:nvSpPr>
        <dsp:cNvPr id="0" name=""/>
        <dsp:cNvSpPr/>
      </dsp:nvSpPr>
      <dsp:spPr>
        <a:xfrm>
          <a:off x="445770" y="1945824"/>
          <a:ext cx="6240780" cy="6199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35887" tIns="0" rIns="235887" bIns="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baseline="0" dirty="0"/>
            <a:t>Customer-focused</a:t>
          </a:r>
          <a:endParaRPr lang="en-US" sz="2100" kern="1200" dirty="0"/>
        </a:p>
      </dsp:txBody>
      <dsp:txXfrm>
        <a:off x="476032" y="1976086"/>
        <a:ext cx="6180256" cy="559396"/>
      </dsp:txXfrm>
    </dsp:sp>
    <dsp:sp modelId="{9A68675D-FDF8-471C-823F-DB45B738F8C3}">
      <dsp:nvSpPr>
        <dsp:cNvPr id="0" name=""/>
        <dsp:cNvSpPr/>
      </dsp:nvSpPr>
      <dsp:spPr>
        <a:xfrm>
          <a:off x="0" y="3208345"/>
          <a:ext cx="8915400" cy="529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0A11EB0-F6E5-42CA-813A-6962E5CF1667}">
      <dsp:nvSpPr>
        <dsp:cNvPr id="0" name=""/>
        <dsp:cNvSpPr/>
      </dsp:nvSpPr>
      <dsp:spPr>
        <a:xfrm>
          <a:off x="445770" y="2898385"/>
          <a:ext cx="6240780" cy="6199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35887" tIns="0" rIns="235887" bIns="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baseline="0" dirty="0"/>
            <a:t>Dependable</a:t>
          </a:r>
          <a:endParaRPr lang="en-US" sz="2100" kern="1200" dirty="0"/>
        </a:p>
      </dsp:txBody>
      <dsp:txXfrm>
        <a:off x="476032" y="2928647"/>
        <a:ext cx="6180256" cy="55939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2E7B53C-6D62-4FF9-B1B7-3A1BB1F5766A}" type="datetimeFigureOut">
              <a:rPr lang="en-US" smtClean="0"/>
              <a:t>10/22/2021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6A46117-B7AE-44EB-9CD4-C566F6E04AA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17212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sz="1800" b="0" i="0" u="none" strike="noStrike" baseline="0" dirty="0">
                <a:latin typeface="AvenirLTStd-Black"/>
              </a:rPr>
              <a:t>Briefly describe the differences among HMO, PPO, and POS plans. Be sure to describe the cost differences in premiums.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A46117-B7AE-44EB-9CD4-C566F6E04AA3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68522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sz="1800" b="0" i="0" u="none" strike="noStrike" baseline="0" dirty="0">
                <a:latin typeface="AvenirLTStd-Black"/>
              </a:rPr>
              <a:t>Hand out contact information to audience. Use the link to demonstrate how to use the website.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A46117-B7AE-44EB-9CD4-C566F6E04AA3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11643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41A925-C54A-4B20-AB7B-8F3A3F248FFA}" type="datetimeFigureOut">
              <a:rPr lang="en-US" smtClean="0"/>
              <a:t>10/22/2021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989FB5EC-61F2-406D-B075-27952457A0B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90028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41A925-C54A-4B20-AB7B-8F3A3F248FFA}" type="datetimeFigureOut">
              <a:rPr lang="en-US" smtClean="0"/>
              <a:t>10/22/2021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9FB5EC-61F2-406D-B075-27952457A0B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09523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41A925-C54A-4B20-AB7B-8F3A3F248FFA}" type="datetimeFigureOut">
              <a:rPr lang="en-US" smtClean="0"/>
              <a:t>10/22/2021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989FB5EC-61F2-406D-B075-27952457A0B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04193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41A925-C54A-4B20-AB7B-8F3A3F248FFA}" type="datetimeFigureOut">
              <a:rPr lang="en-US" smtClean="0"/>
              <a:t>10/22/2021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989FB5EC-61F2-406D-B075-27952457A0B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29201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41A925-C54A-4B20-AB7B-8F3A3F248FFA}" type="datetimeFigureOut">
              <a:rPr lang="en-US" smtClean="0"/>
              <a:t>10/22/2021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989FB5EC-61F2-406D-B075-27952457A0B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13861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41A925-C54A-4B20-AB7B-8F3A3F248FFA}" type="datetimeFigureOut">
              <a:rPr lang="en-US" smtClean="0"/>
              <a:t>10/22/2021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9FB5EC-61F2-406D-B075-27952457A0B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55357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41A925-C54A-4B20-AB7B-8F3A3F248FFA}" type="datetimeFigureOut">
              <a:rPr lang="en-US" smtClean="0"/>
              <a:t>10/22/2021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9FB5EC-61F2-406D-B075-27952457A0B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67330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41A925-C54A-4B20-AB7B-8F3A3F248FFA}" type="datetimeFigureOut">
              <a:rPr lang="en-US" smtClean="0"/>
              <a:t>10/22/2021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9FB5EC-61F2-406D-B075-27952457A0B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06365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41A925-C54A-4B20-AB7B-8F3A3F248FFA}" type="datetimeFigureOut">
              <a:rPr lang="en-US" smtClean="0"/>
              <a:t>10/22/2021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989FB5EC-61F2-406D-B075-27952457A0B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33821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41A925-C54A-4B20-AB7B-8F3A3F248FFA}" type="datetimeFigureOut">
              <a:rPr lang="en-US" smtClean="0"/>
              <a:t>10/22/2021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989FB5EC-61F2-406D-B075-27952457A0B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34813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41A925-C54A-4B20-AB7B-8F3A3F248FFA}" type="datetimeFigureOut">
              <a:rPr lang="en-US" smtClean="0"/>
              <a:t>10/22/2021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989FB5EC-61F2-406D-B075-27952457A0B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09805041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41A925-C54A-4B20-AB7B-8F3A3F248FFA}" type="datetimeFigureOut">
              <a:rPr lang="en-US" smtClean="0"/>
              <a:t>10/22/2021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989FB5EC-61F2-406D-B075-27952457A0B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125144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41A925-C54A-4B20-AB7B-8F3A3F248FFA}" type="datetimeFigureOut">
              <a:rPr lang="en-US" smtClean="0"/>
              <a:t>10/22/2021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989FB5EC-61F2-406D-B075-27952457A0B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66909068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41A925-C54A-4B20-AB7B-8F3A3F248FFA}" type="datetimeFigureOut">
              <a:rPr lang="en-US" smtClean="0"/>
              <a:t>10/22/2021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989FB5EC-61F2-406D-B075-27952457A0B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526975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41A925-C54A-4B20-AB7B-8F3A3F248FFA}" type="datetimeFigureOut">
              <a:rPr lang="en-US" smtClean="0"/>
              <a:t>10/22/2021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9FB5EC-61F2-406D-B075-27952457A0B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116178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41A925-C54A-4B20-AB7B-8F3A3F248FFA}" type="datetimeFigureOut">
              <a:rPr lang="en-US" smtClean="0"/>
              <a:t>10/22/2021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9FB5EC-61F2-406D-B075-27952457A0B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80839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41A925-C54A-4B20-AB7B-8F3A3F248FFA}" type="datetimeFigureOut">
              <a:rPr lang="en-US" smtClean="0"/>
              <a:t>10/22/2021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989FB5EC-61F2-406D-B075-27952457A0B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41827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1" r:id="rId1"/>
    <p:sldLayoutId id="2147483732" r:id="rId2"/>
    <p:sldLayoutId id="2147483733" r:id="rId3"/>
    <p:sldLayoutId id="2147483734" r:id="rId4"/>
    <p:sldLayoutId id="2147483735" r:id="rId5"/>
    <p:sldLayoutId id="2147483736" r:id="rId6"/>
    <p:sldLayoutId id="2147483737" r:id="rId7"/>
    <p:sldLayoutId id="2147483738" r:id="rId8"/>
    <p:sldLayoutId id="2147483739" r:id="rId9"/>
    <p:sldLayoutId id="2147483740" r:id="rId10"/>
    <p:sldLayoutId id="2147483741" r:id="rId11"/>
    <p:sldLayoutId id="2147483742" r:id="rId12"/>
    <p:sldLayoutId id="2147483743" r:id="rId13"/>
    <p:sldLayoutId id="2147483744" r:id="rId14"/>
    <p:sldLayoutId id="2147483745" r:id="rId15"/>
    <p:sldLayoutId id="214748374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://www.sic.example.com/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11C8DA-A78E-4488-8932-053B33F472A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800" dirty="0"/>
              <a:t>Southwest Insurance Company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BF52B21-8A9B-4913-A218-D28123886E0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The Best in Health Care Since 1990</a:t>
            </a:r>
          </a:p>
          <a:p>
            <a:r>
              <a:rPr lang="en-US" dirty="0"/>
              <a:t>Anthony Scorsone</a:t>
            </a:r>
          </a:p>
          <a:p>
            <a:r>
              <a:rPr lang="en-US"/>
              <a:t>Your Name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75342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F998E2-9CC2-4D70-BD10-B31C7C94A8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About Us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6EABE40-F634-4640-9CA9-49ADA0A58C6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 vert="horz" lIns="91440" tIns="45720" rIns="91440" bIns="45720" rtlCol="0">
            <a:normAutofit/>
          </a:bodyPr>
          <a:lstStyle/>
          <a:p>
            <a:r>
              <a:rPr lang="en-US" sz="1500" dirty="0"/>
              <a:t>Southwest Insurance Company is dedicated to serving the needs of our customers.</a:t>
            </a:r>
          </a:p>
          <a:p>
            <a:r>
              <a:rPr lang="en-US" sz="1500" dirty="0"/>
              <a:t>We help our customers reduce their health costs and live healthy lives.</a:t>
            </a:r>
          </a:p>
          <a:p>
            <a:r>
              <a:rPr lang="en-US" sz="1500" dirty="0"/>
              <a:t>We negotiate the best price for our customers with our large network of medical professionals and hospitals.</a:t>
            </a:r>
          </a:p>
          <a:p>
            <a:r>
              <a:rPr lang="en-US" sz="1500" dirty="0"/>
              <a:t>We encourage our customers to live healthy lifestyles through incentive programs.</a:t>
            </a:r>
          </a:p>
        </p:txBody>
      </p:sp>
      <p:pic>
        <p:nvPicPr>
          <p:cNvPr id="8" name="Content Placeholder 7" descr="Happy mother, young son, and father standing in front of medical professionals">
            <a:extLst>
              <a:ext uri="{FF2B5EF4-FFF2-40B4-BE49-F238E27FC236}">
                <a16:creationId xmlns:a16="http://schemas.microsoft.com/office/drawing/2014/main" id="{05521CFE-3448-4A06-BCB6-994FC25837AA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857998" y="2879411"/>
            <a:ext cx="5334002" cy="2286000"/>
          </a:xfrm>
        </p:spPr>
      </p:pic>
    </p:spTree>
    <p:extLst>
      <p:ext uri="{BB962C8B-B14F-4D97-AF65-F5344CB8AC3E}">
        <p14:creationId xmlns:p14="http://schemas.microsoft.com/office/powerpoint/2010/main" val="9465971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55746D-DD82-4DB9-B0B4-4E5E2674E1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Plans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C7F3D9-6306-4081-B6AA-150967BCAA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Health</a:t>
            </a:r>
          </a:p>
          <a:p>
            <a:pPr lvl="1"/>
            <a:r>
              <a:rPr lang="en-US" dirty="0"/>
              <a:t>HMO</a:t>
            </a:r>
          </a:p>
          <a:p>
            <a:pPr lvl="1"/>
            <a:r>
              <a:rPr lang="en-US" dirty="0"/>
              <a:t>PPO</a:t>
            </a:r>
          </a:p>
          <a:p>
            <a:pPr lvl="1"/>
            <a:r>
              <a:rPr lang="en-US" dirty="0"/>
              <a:t>POS</a:t>
            </a:r>
          </a:p>
          <a:p>
            <a:r>
              <a:rPr lang="en-US" dirty="0"/>
              <a:t>Life</a:t>
            </a:r>
          </a:p>
          <a:p>
            <a:r>
              <a:rPr lang="en-US" dirty="0"/>
              <a:t>Disability</a:t>
            </a:r>
          </a:p>
          <a:p>
            <a:pPr lvl="1"/>
            <a:r>
              <a:rPr lang="en-US" dirty="0"/>
              <a:t>Short-term</a:t>
            </a:r>
          </a:p>
          <a:p>
            <a:pPr lvl="1"/>
            <a:r>
              <a:rPr lang="en-US" dirty="0"/>
              <a:t>Long-term</a:t>
            </a:r>
          </a:p>
        </p:txBody>
      </p:sp>
      <p:pic>
        <p:nvPicPr>
          <p:cNvPr id="5" name="Picture 4" descr="A smiling female doctor in a white coat with a stethoscope around&#10;her neck showing something in a folder to a young girl holding a stuffed&#10;bear">
            <a:extLst>
              <a:ext uri="{FF2B5EF4-FFF2-40B4-BE49-F238E27FC236}">
                <a16:creationId xmlns:a16="http://schemas.microsoft.com/office/drawing/2014/main" id="{BE5E2635-C2D3-415B-978E-162C9F7CB984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-492"/>
          <a:stretch/>
        </p:blipFill>
        <p:spPr>
          <a:xfrm>
            <a:off x="6096000" y="2171700"/>
            <a:ext cx="4814257" cy="365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8929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E25AC3-A850-44FA-9F8F-E9CD459BE3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Choose Southwest Insurance Company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8B04F0C7-D1E7-4722-A9B1-32F88448BC0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64872157"/>
              </p:ext>
            </p:extLst>
          </p:nvPr>
        </p:nvGraphicFramePr>
        <p:xfrm>
          <a:off x="2589213" y="2133600"/>
          <a:ext cx="8915400" cy="3778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2366536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F9C50B-88F6-4F46-8A86-4C189E18B6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 More Information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986E43-E53C-463A-AA2F-0A1B63D3A6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2800" dirty="0"/>
              <a:t>Southwest Insurance Company</a:t>
            </a:r>
            <a:br>
              <a:rPr lang="en-US" sz="2800" dirty="0"/>
            </a:br>
            <a:r>
              <a:rPr lang="en-US" sz="2800" dirty="0"/>
              <a:t>9720 Birch Blvd.</a:t>
            </a:r>
            <a:br>
              <a:rPr lang="en-US" sz="2800" dirty="0"/>
            </a:br>
            <a:r>
              <a:rPr lang="en-US" sz="2800" dirty="0"/>
              <a:t>Houston, TX 77002</a:t>
            </a:r>
          </a:p>
          <a:p>
            <a:pPr marL="0" indent="0">
              <a:buNone/>
            </a:pPr>
            <a:r>
              <a:rPr lang="en-US" sz="2800" dirty="0">
                <a:hlinkClick r:id="rId3"/>
              </a:rPr>
              <a:t>www.sic.example.com</a:t>
            </a:r>
            <a:endParaRPr lang="en-US" sz="2800" dirty="0"/>
          </a:p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r>
              <a:rPr lang="en-US" sz="2800" dirty="0"/>
              <a:t>Contact Anthony </a:t>
            </a:r>
            <a:r>
              <a:rPr lang="en-US" sz="2800" dirty="0" err="1"/>
              <a:t>Scorsone</a:t>
            </a:r>
            <a:r>
              <a:rPr lang="en-US" sz="2800" dirty="0"/>
              <a:t>:</a:t>
            </a:r>
          </a:p>
          <a:p>
            <a:pPr marL="0" indent="0">
              <a:buNone/>
            </a:pPr>
            <a:r>
              <a:rPr lang="en-US" sz="2800" dirty="0"/>
              <a:t>	(281) 555-0187</a:t>
            </a:r>
          </a:p>
          <a:p>
            <a:pPr marL="0" indent="0">
              <a:buNone/>
            </a:pPr>
            <a:r>
              <a:rPr lang="en-US" sz="2800" dirty="0"/>
              <a:t>	a.scorsone@sic.example.com </a:t>
            </a:r>
          </a:p>
          <a:p>
            <a:pPr marL="0" indent="0">
              <a:buNone/>
            </a:pP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0332431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8098C8-9825-4D25-B142-A4EAA684BF5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371599" y="685801"/>
            <a:ext cx="3595511" cy="51816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8000" b="1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</a:t>
            </a:r>
            <a:r>
              <a:rPr lang="en-US" sz="4800" dirty="0"/>
              <a:t>outhwest</a:t>
            </a:r>
          </a:p>
          <a:p>
            <a:pPr marL="0" indent="0">
              <a:buNone/>
            </a:pPr>
            <a:r>
              <a:rPr lang="en-US" sz="8000" b="1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</a:t>
            </a:r>
            <a:r>
              <a:rPr lang="en-US" sz="4800" dirty="0"/>
              <a:t>nsurance</a:t>
            </a:r>
          </a:p>
          <a:p>
            <a:pPr marL="0" indent="0">
              <a:buNone/>
            </a:pPr>
            <a:r>
              <a:rPr lang="en-US" sz="8000" b="1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</a:t>
            </a:r>
            <a:r>
              <a:rPr lang="en-US" sz="4800" dirty="0"/>
              <a:t>ompany</a:t>
            </a:r>
          </a:p>
        </p:txBody>
      </p:sp>
      <p:pic>
        <p:nvPicPr>
          <p:cNvPr id="4" name="Content Placeholder 3" descr="Close-up of two hands with white coat sleeves clasping another hand">
            <a:extLst>
              <a:ext uri="{FF2B5EF4-FFF2-40B4-BE49-F238E27FC236}">
                <a16:creationId xmlns:a16="http://schemas.microsoft.com/office/drawing/2014/main" id="{8ED7B5FF-29D8-46BC-8EC8-F1AF8A3A4FD4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524625" y="1428750"/>
            <a:ext cx="4448175" cy="2964700"/>
          </a:xfrm>
          <a:prstGeom prst="plus">
            <a:avLst/>
          </a:prstGeom>
        </p:spPr>
      </p:pic>
    </p:spTree>
    <p:extLst>
      <p:ext uri="{BB962C8B-B14F-4D97-AF65-F5344CB8AC3E}">
        <p14:creationId xmlns:p14="http://schemas.microsoft.com/office/powerpoint/2010/main" val="3285140140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709</TotalTime>
  <Words>179</Words>
  <Application>Microsoft Office PowerPoint</Application>
  <PresentationFormat>Widescreen</PresentationFormat>
  <Paragraphs>37</Paragraphs>
  <Slides>6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AvenirLTStd-Black</vt:lpstr>
      <vt:lpstr>Calibri</vt:lpstr>
      <vt:lpstr>Century Gothic</vt:lpstr>
      <vt:lpstr>Wingdings 3</vt:lpstr>
      <vt:lpstr>Wisp</vt:lpstr>
      <vt:lpstr>Southwest Insurance Company</vt:lpstr>
      <vt:lpstr>About Us</vt:lpstr>
      <vt:lpstr>Types of Plans</vt:lpstr>
      <vt:lpstr>Choose Southwest Insurance Company</vt:lpstr>
      <vt:lpstr>For More Information</vt:lpstr>
      <vt:lpstr>PowerPoint Presentation</vt:lpstr>
    </vt:vector>
  </TitlesOfParts>
  <Company>Southwest Inusrance Company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Southwest Insurance Company</dc:title>
  <dc:creator>Your Name;Me</dc:creator>
  <cp:keywords>© 2020 Cengage Learning.</cp:keywords>
  <cp:lastModifiedBy>Michael J Sanford</cp:lastModifiedBy>
  <cp:revision>17</cp:revision>
  <dcterms:created xsi:type="dcterms:W3CDTF">2018-04-23T22:03:44Z</dcterms:created>
  <dcterms:modified xsi:type="dcterms:W3CDTF">2021-10-22T18:08:27Z</dcterms:modified>
</cp:coreProperties>
</file>