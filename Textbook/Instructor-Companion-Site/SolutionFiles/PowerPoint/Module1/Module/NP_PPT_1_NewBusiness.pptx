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9" r:id="rId3"/>
    <p:sldId id="260" r:id="rId4"/>
    <p:sldId id="257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FD935-7389-4A46-A401-92E2A9E266DF}" v="3" dt="2021-08-15T19:11:14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2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5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6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26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19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46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0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770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2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7535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07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8470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35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47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0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A6094-FAED-4B8A-8D4C-490583E1957C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867A311-7D1D-4D98-AC11-39A8ED1F8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6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c.examp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D040-2B24-4D6A-8CFE-72C8DBEAB5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Southwest Insurance Company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ED076-5D73-48DB-80B8-5DDC212893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Best in Health Care Since 1990</a:t>
            </a:r>
          </a:p>
          <a:p>
            <a:r>
              <a:rPr lang="en-US" dirty="0"/>
              <a:t>Your Name</a:t>
            </a:r>
          </a:p>
        </p:txBody>
      </p:sp>
    </p:spTree>
    <p:extLst>
      <p:ext uri="{BB962C8B-B14F-4D97-AF65-F5344CB8AC3E}">
        <p14:creationId xmlns:p14="http://schemas.microsoft.com/office/powerpoint/2010/main" val="253339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7754-99D5-4062-9BB5-6985C81F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672B-562A-42D6-B93D-FD1CA22DB1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sz="4800" dirty="0"/>
              <a:t>outhwest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4800" dirty="0"/>
              <a:t>nsurance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sz="4800" dirty="0"/>
              <a:t>ompany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2E5DE-FF37-4161-B9DA-46EE61306C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DC09-3603-4EE9-9F8A-53F8D00E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Southwest Insurance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D5193-E309-4176-AE8F-30CAC5083B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Trustworthy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Customer-focused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Dedicated customer service team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24/7 support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Dependable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1D134-0B63-45F6-939B-3ED23871A4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51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B3DE-AB2A-4CB2-BA5E-D0A6E927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B32-BC52-40CE-A963-4F0E26A17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</a:t>
            </a:r>
          </a:p>
          <a:p>
            <a:r>
              <a:rPr lang="en-US" dirty="0"/>
              <a:t>Health</a:t>
            </a:r>
          </a:p>
          <a:p>
            <a:pPr lvl="1"/>
            <a:r>
              <a:rPr lang="en-US" dirty="0"/>
              <a:t>HMO</a:t>
            </a:r>
          </a:p>
          <a:p>
            <a:pPr lvl="1"/>
            <a:r>
              <a:rPr lang="en-US" dirty="0"/>
              <a:t>PPO</a:t>
            </a:r>
          </a:p>
          <a:p>
            <a:pPr lvl="1"/>
            <a:r>
              <a:rPr lang="en-US" dirty="0"/>
              <a:t>POS</a:t>
            </a:r>
          </a:p>
          <a:p>
            <a:r>
              <a:rPr lang="en-US" dirty="0"/>
              <a:t>Disability</a:t>
            </a:r>
          </a:p>
          <a:p>
            <a:pPr lvl="1"/>
            <a:r>
              <a:rPr lang="en-US" dirty="0"/>
              <a:t>Long-term</a:t>
            </a:r>
          </a:p>
          <a:p>
            <a:pPr lvl="1"/>
            <a:r>
              <a:rPr lang="en-US" dirty="0"/>
              <a:t>Short-term</a:t>
            </a:r>
          </a:p>
        </p:txBody>
      </p:sp>
    </p:spTree>
    <p:extLst>
      <p:ext uri="{BB962C8B-B14F-4D97-AF65-F5344CB8AC3E}">
        <p14:creationId xmlns:p14="http://schemas.microsoft.com/office/powerpoint/2010/main" val="1485645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A094-C307-411C-B4D6-8D87D203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7B27C-BEC1-4D7F-8965-76F2D582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Southwest Insurance Company</a:t>
            </a:r>
            <a:br>
              <a:rPr lang="en-US" sz="3600" dirty="0"/>
            </a:br>
            <a:r>
              <a:rPr lang="en-US" sz="3600" dirty="0"/>
              <a:t>9720 Birch Blvd.</a:t>
            </a:r>
            <a:br>
              <a:rPr lang="en-US" sz="3600" dirty="0"/>
            </a:br>
            <a:r>
              <a:rPr lang="en-US" sz="3600" dirty="0"/>
              <a:t>Houston, TX 77002</a:t>
            </a:r>
          </a:p>
          <a:p>
            <a:pPr marL="0" indent="0">
              <a:buNone/>
            </a:pPr>
            <a:r>
              <a:rPr lang="en-US" sz="3600" dirty="0"/>
              <a:t>(281) 555-0187</a:t>
            </a:r>
          </a:p>
          <a:p>
            <a:pPr marL="0" indent="0">
              <a:buNone/>
            </a:pPr>
            <a:r>
              <a:rPr lang="en-US" sz="3600" dirty="0"/>
              <a:t>a.scorsone@sic.example.com</a:t>
            </a:r>
          </a:p>
          <a:p>
            <a:pPr marL="0" indent="0">
              <a:buNone/>
            </a:pPr>
            <a:r>
              <a:rPr lang="en-US" sz="3600" dirty="0">
                <a:hlinkClick r:id="rId2"/>
              </a:rPr>
              <a:t>www.sic.example.com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82065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F80C04-62A5-4B48-AF34-2C8AC3C3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672B-562A-42D6-B93D-FD1CA22DB1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sz="4800" dirty="0"/>
              <a:t>outhwest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4800" dirty="0"/>
              <a:t>nsurance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sz="4800" dirty="0"/>
              <a:t>ompany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2E5DE-FF37-4161-B9DA-46EE61306C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887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1180</TotalTime>
  <Words>82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Southwest Insurance Company</vt:lpstr>
      <vt:lpstr>About Us</vt:lpstr>
      <vt:lpstr>Choose Southwest Insurance Company</vt:lpstr>
      <vt:lpstr>Types of Plans</vt:lpstr>
      <vt:lpstr>For More Information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 Insurance Corp</dc:title>
  <dc:creator>Michael J Sanford</dc:creator>
  <cp:lastModifiedBy>Michael J Sanford</cp:lastModifiedBy>
  <cp:revision>16</cp:revision>
  <dcterms:created xsi:type="dcterms:W3CDTF">2021-04-22T00:36:12Z</dcterms:created>
  <dcterms:modified xsi:type="dcterms:W3CDTF">2021-10-22T18:08:23Z</dcterms:modified>
</cp:coreProperties>
</file>